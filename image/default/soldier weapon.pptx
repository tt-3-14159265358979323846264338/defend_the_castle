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6" r:id="rId5"/>
    <p:sldId id="268" r:id="rId6"/>
    <p:sldId id="273" r:id="rId7"/>
    <p:sldId id="275" r:id="rId8"/>
    <p:sldId id="258" r:id="rId9"/>
    <p:sldId id="263" r:id="rId10"/>
    <p:sldId id="265" r:id="rId11"/>
    <p:sldId id="264" r:id="rId12"/>
    <p:sldId id="267" r:id="rId13"/>
    <p:sldId id="270" r:id="rId14"/>
    <p:sldId id="269" r:id="rId15"/>
    <p:sldId id="271" r:id="rId16"/>
    <p:sldId id="272" r:id="rId17"/>
    <p:sldId id="274" r:id="rId18"/>
    <p:sldId id="276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8989"/>
    <a:srgbClr val="FEA402"/>
    <a:srgbClr val="FC8004"/>
    <a:srgbClr val="FC7404"/>
    <a:srgbClr val="FF5353"/>
    <a:srgbClr val="FF3F3F"/>
    <a:srgbClr val="FF3333"/>
    <a:srgbClr val="FF7171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5585285"/>
            <a:ext cx="725339" cy="725339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5585285"/>
            <a:ext cx="725339" cy="725339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5585285"/>
            <a:ext cx="725339" cy="725339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5585285"/>
            <a:ext cx="725339" cy="725339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5585285"/>
            <a:ext cx="725339" cy="725339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1268773"/>
            <a:ext cx="725339" cy="725339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3432780"/>
            <a:ext cx="725339" cy="725339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3432780"/>
            <a:ext cx="725339" cy="725339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3432780"/>
            <a:ext cx="725339" cy="725339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3432780"/>
            <a:ext cx="725339" cy="725339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3432780"/>
            <a:ext cx="725339" cy="725339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1268773"/>
            <a:ext cx="725339" cy="72533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B94616-5C50-625D-F400-357CFBE8849C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223BF27-DE1B-60C5-32C4-0F71EEF32734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7A2CF3-DAF6-F4C2-8314-8DB3611B918E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DACD76C-7D2D-4410-89DF-5311A98D7F0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FF3B91-7D0C-7798-6DF2-0FEFED0C0193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85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3" y="992788"/>
            <a:ext cx="824355" cy="753433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61001">
            <a:off x="2933582" y="1338831"/>
            <a:ext cx="824355" cy="75343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462354" y="3205681"/>
            <a:ext cx="824355" cy="753433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2655910" y="3307204"/>
            <a:ext cx="824355" cy="753433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4825183" y="3396182"/>
            <a:ext cx="824355" cy="753433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0">
            <a:off x="7008136" y="3560387"/>
            <a:ext cx="824355" cy="753433"/>
          </a:xfrm>
          <a:prstGeom prst="rect">
            <a:avLst/>
          </a:prstGeom>
        </p:spPr>
      </p:pic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00000">
            <a:off x="9210184" y="3684203"/>
            <a:ext cx="824355" cy="753433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791711" y="5780847"/>
            <a:ext cx="824355" cy="753433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480000">
            <a:off x="2947785" y="5867931"/>
            <a:ext cx="824355" cy="753433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580000">
            <a:off x="5103859" y="5925990"/>
            <a:ext cx="824355" cy="753433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680000">
            <a:off x="7335928" y="6030726"/>
            <a:ext cx="824355" cy="753433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780000">
            <a:off x="9568302" y="6133996"/>
            <a:ext cx="824355" cy="753433"/>
          </a:xfrm>
          <a:prstGeom prst="rect">
            <a:avLst/>
          </a:prstGeom>
        </p:spPr>
      </p:pic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20" y="1280873"/>
            <a:ext cx="824355" cy="75343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C66BE2-F3ED-6BEE-45C0-EF75962DCFD7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FC5C6D-2ECB-93EC-E53B-085C20A8C81D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2333A3-78BC-8898-A63C-3D8AF8D2864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DBFB34-5BEB-8112-5148-5305C25A9CEE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ひし形 6">
            <a:extLst>
              <a:ext uri="{FF2B5EF4-FFF2-40B4-BE49-F238E27FC236}">
                <a16:creationId xmlns:a16="http://schemas.microsoft.com/office/drawing/2014/main" id="{773ACCE4-ADF2-F1A1-C0F0-24801FE42745}"/>
              </a:ext>
            </a:extLst>
          </p:cNvPr>
          <p:cNvSpPr/>
          <p:nvPr/>
        </p:nvSpPr>
        <p:spPr>
          <a:xfrm rot="2444609">
            <a:off x="9680055" y="1071360"/>
            <a:ext cx="60114" cy="1206102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ひし形 7">
            <a:extLst>
              <a:ext uri="{FF2B5EF4-FFF2-40B4-BE49-F238E27FC236}">
                <a16:creationId xmlns:a16="http://schemas.microsoft.com/office/drawing/2014/main" id="{3F78A5D0-383F-0C9A-866D-F2336DDD8C17}"/>
              </a:ext>
            </a:extLst>
          </p:cNvPr>
          <p:cNvSpPr/>
          <p:nvPr/>
        </p:nvSpPr>
        <p:spPr>
          <a:xfrm rot="18754280">
            <a:off x="9681962" y="1483362"/>
            <a:ext cx="45998" cy="39053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D0F5FF6-411F-1BE5-B422-8AE76A3D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84" t="-1" b="40437"/>
          <a:stretch>
            <a:fillRect/>
          </a:stretch>
        </p:blipFill>
        <p:spPr>
          <a:xfrm>
            <a:off x="8547735" y="1197897"/>
            <a:ext cx="475663" cy="54832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272DF64-BC3C-2E48-E93B-C394BBFD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869" r="44493" b="1"/>
          <a:stretch>
            <a:fillRect/>
          </a:stretch>
        </p:blipFill>
        <p:spPr>
          <a:xfrm>
            <a:off x="10340473" y="1615440"/>
            <a:ext cx="439922" cy="498316"/>
          </a:xfrm>
          <a:prstGeom prst="rect">
            <a:avLst/>
          </a:prstGeom>
        </p:spPr>
      </p:pic>
      <p:sp>
        <p:nvSpPr>
          <p:cNvPr id="15" name="ひし形 14">
            <a:extLst>
              <a:ext uri="{FF2B5EF4-FFF2-40B4-BE49-F238E27FC236}">
                <a16:creationId xmlns:a16="http://schemas.microsoft.com/office/drawing/2014/main" id="{D297ECFE-E369-C068-DD2A-5DB73C77F6A9}"/>
              </a:ext>
            </a:extLst>
          </p:cNvPr>
          <p:cNvSpPr/>
          <p:nvPr/>
        </p:nvSpPr>
        <p:spPr>
          <a:xfrm rot="18754280">
            <a:off x="8593672" y="1577471"/>
            <a:ext cx="45719" cy="23225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ひし形 16">
            <a:extLst>
              <a:ext uri="{FF2B5EF4-FFF2-40B4-BE49-F238E27FC236}">
                <a16:creationId xmlns:a16="http://schemas.microsoft.com/office/drawing/2014/main" id="{D9E793F9-08BC-A582-C054-CFD7785C915E}"/>
              </a:ext>
            </a:extLst>
          </p:cNvPr>
          <p:cNvSpPr/>
          <p:nvPr/>
        </p:nvSpPr>
        <p:spPr>
          <a:xfrm rot="18754280">
            <a:off x="10657894" y="1577471"/>
            <a:ext cx="45719" cy="23225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02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0515">
            <a:off x="972291" y="1315421"/>
            <a:ext cx="1008872" cy="856415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0515">
            <a:off x="705540" y="5465269"/>
            <a:ext cx="1008872" cy="843114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20515">
            <a:off x="2968913" y="5549233"/>
            <a:ext cx="1008872" cy="802186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0515">
            <a:off x="5218719" y="5629706"/>
            <a:ext cx="1008872" cy="742841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20515">
            <a:off x="7488537" y="5737715"/>
            <a:ext cx="1008872" cy="65382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20515">
            <a:off x="9096614" y="5280819"/>
            <a:ext cx="1174629" cy="856415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55" y="1213821"/>
            <a:ext cx="1008872" cy="85641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5A890E-915F-502D-AF70-D8298557AE0C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FB960C-D8AA-D76E-3776-50D208FB0F93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D04BEE-8FA4-815F-418A-B3A433E47F89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63CD25-2E07-B091-D7C4-1A4B8DD5E316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620098-7FF1-2C97-ADE2-5EE0718ED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47" y="1611032"/>
            <a:ext cx="1008872" cy="90041"/>
          </a:xfrm>
          <a:prstGeom prst="rect">
            <a:avLst/>
          </a:prstGeom>
        </p:spPr>
      </p:pic>
      <p:sp>
        <p:nvSpPr>
          <p:cNvPr id="7" name="星: 4 pt 6">
            <a:extLst>
              <a:ext uri="{FF2B5EF4-FFF2-40B4-BE49-F238E27FC236}">
                <a16:creationId xmlns:a16="http://schemas.microsoft.com/office/drawing/2014/main" id="{667E0BC1-14B4-306B-DFCE-AE5934004DFB}"/>
              </a:ext>
            </a:extLst>
          </p:cNvPr>
          <p:cNvSpPr/>
          <p:nvPr/>
        </p:nvSpPr>
        <p:spPr>
          <a:xfrm>
            <a:off x="8523424" y="1570441"/>
            <a:ext cx="172800" cy="174299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52047109-A6EC-14E0-2252-E2B32E47DC93}"/>
              </a:ext>
            </a:extLst>
          </p:cNvPr>
          <p:cNvSpPr/>
          <p:nvPr/>
        </p:nvSpPr>
        <p:spPr>
          <a:xfrm rot="13073411">
            <a:off x="8623332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星: 4 pt 10">
            <a:extLst>
              <a:ext uri="{FF2B5EF4-FFF2-40B4-BE49-F238E27FC236}">
                <a16:creationId xmlns:a16="http://schemas.microsoft.com/office/drawing/2014/main" id="{01D197DF-B40B-9086-4FA4-5F5A1FA957AD}"/>
              </a:ext>
            </a:extLst>
          </p:cNvPr>
          <p:cNvSpPr/>
          <p:nvPr/>
        </p:nvSpPr>
        <p:spPr>
          <a:xfrm>
            <a:off x="9575386" y="1541389"/>
            <a:ext cx="230404" cy="232403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C491FF1F-D4C8-641F-F60E-E8F5A17EFF7E}"/>
              </a:ext>
            </a:extLst>
          </p:cNvPr>
          <p:cNvSpPr/>
          <p:nvPr/>
        </p:nvSpPr>
        <p:spPr>
          <a:xfrm rot="13073411">
            <a:off x="9702683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星: 4 pt 11">
            <a:extLst>
              <a:ext uri="{FF2B5EF4-FFF2-40B4-BE49-F238E27FC236}">
                <a16:creationId xmlns:a16="http://schemas.microsoft.com/office/drawing/2014/main" id="{62110F68-A098-0620-CCF6-53D7FF32AD2A}"/>
              </a:ext>
            </a:extLst>
          </p:cNvPr>
          <p:cNvSpPr/>
          <p:nvPr/>
        </p:nvSpPr>
        <p:spPr>
          <a:xfrm>
            <a:off x="10719968" y="1605761"/>
            <a:ext cx="102767" cy="103658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74C4F49D-88B2-3D0C-53F2-AAAF9DEF7AD7}"/>
              </a:ext>
            </a:extLst>
          </p:cNvPr>
          <p:cNvSpPr/>
          <p:nvPr/>
        </p:nvSpPr>
        <p:spPr>
          <a:xfrm rot="13073411">
            <a:off x="10782331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63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E818-E25C-BB65-3570-CD76692F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53F3D15-170F-7052-46CB-59F9F98447AB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BC2AD70-772F-4352-7B28-4CF57ADC3FD2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D14CF4E-E93D-A7D3-A4B8-8BCA61E6B7C1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E038822-59BD-2CFE-3ADB-3AD1BD903D43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1DF4263-488A-C170-41F9-8169215A71D1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C2EF972-D632-3F46-837D-1468CBF08DC7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0633738-8716-0DB2-66AB-D10736633CEE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93B4B65-AE00-F42A-F42A-0FFF29992A43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EFB87467-19BD-EE09-729D-7C481F0A72A2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8CBDC09-61F0-D608-15D2-ED0571C64294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C12D728-7481-6704-2876-381F46E10481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475A027-C139-FE9C-70EB-8F7F35DEEF83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4004E5-6CF2-13A8-AD41-45FE2B3FC81B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6EB7453-240E-7B84-F7A9-3F5A946E2910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2915A1-69A4-3FCF-5C36-AC44839FAB3A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57B1AC-6372-2FC9-5AC0-BE34491F6C92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654A85-620E-AFFE-CE1B-7DF3E2DDF668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4821853-F58E-6334-546F-44B8B6026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28" y="1598211"/>
            <a:ext cx="392827" cy="4784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D2246A6-E747-1485-93FD-5DD02D252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74" y="1153440"/>
            <a:ext cx="391988" cy="47844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7E589E8-48AA-DE04-E1A1-46555591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385" y="1418368"/>
            <a:ext cx="392827" cy="4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E700-9832-24CA-C7F1-0D683366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FB1F7B1-9364-0197-1A77-EF7779F973CE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8FF1111-C481-2C33-254B-B1DA203D712A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86688E5-6E94-9EA9-F54B-28C57FC2CEC4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E4E2FE5-780F-C5FE-ECA2-4AF92945B5F2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9BE9776-7CC4-9F38-9069-EB0A6DABB2BE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AF4708B-8A74-4900-7F2C-57F595A12FC7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B479A5E-157D-9A81-14EC-0E6B9C402B3D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4639F8B-5E6D-9CD5-E6CC-E26C5301FD86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ECA1043-868E-5130-C7B0-8CFCD6546DCC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D7F8452-1636-A949-248C-71FDA4A8F480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933C56B-8A12-581B-8ED4-630AF4A60809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B666585-0370-1B53-AA1D-267FD3E0B31F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7F1DE8-07A2-9690-2E40-F6CF7AF07A6B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D9CF8B-B4A9-7F5F-FD39-224B29C0AE83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46BB52-42D5-E27C-269C-342C16BA71EC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47CB9E-FB60-4D24-2A05-F390FEADEA74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B8D9B2B-1628-649F-7934-3F39F02DA3E9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A72E354-61BF-695B-F5FD-FED96599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56" y="1674638"/>
            <a:ext cx="704186" cy="41260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2FC82BB-69AC-0B63-86BE-622D484E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36" y="5929237"/>
            <a:ext cx="725406" cy="47469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32A90F8-93A6-781A-9B5C-5954A5448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852" y="5873437"/>
            <a:ext cx="725405" cy="53049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27450BB-0FEE-1571-7371-A6340E195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5559" y="5804276"/>
            <a:ext cx="738767" cy="59965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992A33A-8525-6D27-5601-E72F35254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2655" y="5782270"/>
            <a:ext cx="763916" cy="62166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9F38731-DC2D-C520-8B5F-E8CDCEFAD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63296" y="1623045"/>
            <a:ext cx="704186" cy="41260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7D77A9E-DAA8-760B-2A88-A9D7CC028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4320" y="3736994"/>
            <a:ext cx="725406" cy="47469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1B1C469-B416-B765-AE4B-63C3B0254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880330" y="3681194"/>
            <a:ext cx="725405" cy="53049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FD002E4-92A6-6004-E956-2A7E24662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25021" y="3612033"/>
            <a:ext cx="738767" cy="59965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A65DDCB-CB23-CDEC-D14A-D11A237BB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192663" y="3590027"/>
            <a:ext cx="763916" cy="62166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9F76476-763D-2BC2-1550-70FC42D7D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5481" y="5781134"/>
            <a:ext cx="1017555" cy="6228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FA87864-6011-E253-EEB9-9215DBEC1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208173" y="3588891"/>
            <a:ext cx="1017555" cy="6228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42A1014-5198-1F35-626F-8793A746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05" y="1451285"/>
            <a:ext cx="704186" cy="41260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BA6A1AAD-17E5-060B-F47B-6E28303E0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5443" y="1275545"/>
            <a:ext cx="249595" cy="34310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5691BE3-7746-379B-2B72-B01FD68255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541" y="1488877"/>
            <a:ext cx="249595" cy="343107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8AE3F21-6A62-BA4D-68AF-AB61C91CA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293" y="1679125"/>
            <a:ext cx="249595" cy="343107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63626DDE-9A4C-4189-620E-0E1601CE6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338" y="1195846"/>
            <a:ext cx="249595" cy="34310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4CD92754-3D4D-6CF5-9693-15E6818FB6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8511" y="1775794"/>
            <a:ext cx="249595" cy="343107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D921C1B8-3212-70EB-5733-1736ECA4E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4288" y="1275544"/>
            <a:ext cx="249595" cy="343107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41C1F0FD-2046-3608-CFC1-A4CABBDB33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477" y="1439337"/>
            <a:ext cx="249595" cy="343107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5B633E94-F9C9-41E7-DC7A-2B2C2299B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858" y="1782444"/>
            <a:ext cx="249595" cy="343107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F8768D49-2A36-907B-FBE6-5887EFC868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7937" y="1194049"/>
            <a:ext cx="249595" cy="343107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E9904629-7DA1-5986-A159-5401DE6A9F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5849" y="1647662"/>
            <a:ext cx="249595" cy="343107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D688FB69-1D27-CB9B-7027-0328B29FA0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9505" y="1284674"/>
            <a:ext cx="249595" cy="343107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4CD2E288-6563-6ADC-D803-92105C3B7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4530" y="1384820"/>
            <a:ext cx="249595" cy="343107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DFEB5DA7-FC1B-7505-AEF4-51E2DA9C9B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6681" y="1723045"/>
            <a:ext cx="249595" cy="343107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28FCF27D-4798-80F2-0804-630322DCC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8412" y="1203178"/>
            <a:ext cx="249595" cy="34310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D0879CF2-2264-2982-A18D-156A18404F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7425" y="1602624"/>
            <a:ext cx="249595" cy="343107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B67E44DC-EFAD-9ED4-964D-D18310C5AC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3019" y="1597594"/>
            <a:ext cx="249595" cy="343107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2E3170C-5B84-DBFA-5A47-FF6C5200D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630" y="1145770"/>
            <a:ext cx="249595" cy="343107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9A43DEAE-95B1-839B-9D07-0982EC2F9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4348" y="1597594"/>
            <a:ext cx="249595" cy="3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3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EB39-F308-B1D6-A737-201289E8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15B6F8E-F8DB-7178-C561-931FA0E229DE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F89FEAD-56CE-44E1-2FC8-803F93108742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B5512BC-977A-EDF3-5DB3-3E4013353DC7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0F5D067-4F1E-E1CB-152A-5EC6F49970E8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F1FB4C9-3570-B9FE-FCDA-004462E5BDE4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17AEE83-3817-C243-58C1-B8FE310B8AE5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0E987B6-2D95-4CF3-D44E-90808E3A6150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8C58747-F600-774B-B098-A4BF85A70E98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ED48193-1B85-2AE6-5D39-553B4E56854E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F40C502-58DE-FDBC-C749-E737F9628B98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ABB7D11-39EF-0070-B0A0-B7D6F82BDF92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3C633A9-A5C7-16B2-5799-0BA297841881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497815-570F-46D1-EFD4-F41028B5134A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70CB54-F63D-4F1B-FD54-AEE5A1EFB7B6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F8F6EE-7319-A87E-C0D1-85BF09800C1E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F1A249-6D2B-6A32-52D8-C90B9B49DEED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72B135-5CC4-25A0-C855-E30F75163FEC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EF8E371-DC19-FCC8-4A3E-C6388004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5642915" y="1285686"/>
            <a:ext cx="195739" cy="74380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704F189-96F0-2740-636F-AB7FAEA30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0">
            <a:off x="5458562" y="5783742"/>
            <a:ext cx="194476" cy="74380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23DDC87-AC6C-477E-B4CB-8B8B5137D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00000">
            <a:off x="7610706" y="5812317"/>
            <a:ext cx="194476" cy="74380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4A5AC48-61E7-6655-3C95-DB5110F95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0">
            <a:off x="9743074" y="5821842"/>
            <a:ext cx="194476" cy="74380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7EE153C-7F70-5B18-71A9-D06D6CFA3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1267644" y="1429472"/>
            <a:ext cx="195739" cy="74380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8CBA0EA-CD94-7C18-9C29-15F9FAC3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200000">
            <a:off x="1176796" y="5739876"/>
            <a:ext cx="195739" cy="7438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8CF3170-CD5F-8C99-5AFA-833F7296E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0">
            <a:off x="3322533" y="5768451"/>
            <a:ext cx="195739" cy="74380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E8BCCF6-F316-E74C-1B4F-BF200A03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0">
            <a:off x="5279999" y="3423546"/>
            <a:ext cx="194476" cy="74380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C66279B-7EEE-870B-CA60-EECAE761A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00000">
            <a:off x="7400627" y="3479531"/>
            <a:ext cx="194476" cy="74380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7405989-836C-6E20-BF81-5F9B944CA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0">
            <a:off x="9497845" y="3517957"/>
            <a:ext cx="194476" cy="74380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8827149-2278-D74B-9B20-4998486F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3199374" y="1122069"/>
            <a:ext cx="195739" cy="74380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1F7384F-0E64-34D0-CE44-B32AE073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200000">
            <a:off x="1026261" y="3309738"/>
            <a:ext cx="195739" cy="74380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862B1337-B46F-538C-27B3-FAB05A19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0">
            <a:off x="3138240" y="3363223"/>
            <a:ext cx="195739" cy="74380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D9E63EC-F495-8B6A-4213-3259A091E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89038">
            <a:off x="6941675" y="1167742"/>
            <a:ext cx="516666" cy="87963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95127C8-E7A3-C3F0-E87C-3E916D4C7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861" y="1521899"/>
            <a:ext cx="414685" cy="50658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F5F42E9B-A37D-E432-57C5-8867739AF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2015" y="1139978"/>
            <a:ext cx="919023" cy="103099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E8A0631-5EC0-4F44-8176-B36C1073CA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8283" y="1501539"/>
            <a:ext cx="573189" cy="5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79DA-598B-05D5-D8DB-DFB137EE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0903FD8-8E9A-BA58-D841-7CF019D0AA27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FEAC463-E470-6FDA-5F73-2F9FE40ABA2F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4B124C8-E497-2856-B218-1DF2EC41611A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535510D-CCF9-5957-0BD4-84CFCC86FB19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0CACCDB-FFAA-35CF-63D1-0503EC3F2667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2625CF5-865B-8853-023B-9B0DB536F7A4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AD20BAE-7F29-2DB9-A2D4-489B87A26CC4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A58179F-79F0-7BF4-837B-D2B12C3AD705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4338A5A-CAE6-8837-B125-FE4321CF8EF3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B037C37-1AE9-67C5-4D34-571094AD0A41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964AB38-70E8-B3CF-8D30-A05480C1FF14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4830DEE-6D6C-B1CE-BD1A-6CE2E8613352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B1A641-AA0C-3D46-9FB0-68BC8D77171A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33129B9-4DA7-A479-083B-785058F8CD93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63CCE6F-BD06-D846-1780-8C0F95302449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7A0721-DBF2-4E1A-D804-924E085ADC5B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2D67EC-7ACE-1BBA-DED9-D627474342BD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1774F40-808B-9364-807A-D8F984F1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76" y="984258"/>
            <a:ext cx="1417181" cy="13269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2FF0866-FE8F-9758-9142-75C8F3EA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35" y="5349215"/>
            <a:ext cx="1356141" cy="128448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8398E6A-6804-578E-6B29-7025BA42A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983" y="5233770"/>
            <a:ext cx="1544568" cy="15153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E1771E0-7D2E-8514-5C2A-7A910B5B8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357" y="5151499"/>
            <a:ext cx="1894882" cy="167991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D65FEFD-FBE8-A711-B216-8609F570F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831" y="5151499"/>
            <a:ext cx="1663993" cy="158437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06F83FB-274F-FA6D-0FDF-A279C34D84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639" y="5281539"/>
            <a:ext cx="1470259" cy="132429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769328E-423D-E6B1-BF13-DCABF9E1D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66" y="1210905"/>
            <a:ext cx="946910" cy="88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0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b="28075"/>
          <a:stretch/>
        </p:blipFill>
        <p:spPr>
          <a:xfrm rot="18736250">
            <a:off x="3259751" y="-52734"/>
            <a:ext cx="753461" cy="4932608"/>
          </a:xfrm>
          <a:prstGeom prst="rect">
            <a:avLst/>
          </a:prstGeom>
        </p:spPr>
      </p:pic>
      <p:sp>
        <p:nvSpPr>
          <p:cNvPr id="8" name="円柱 7"/>
          <p:cNvSpPr/>
          <p:nvPr/>
        </p:nvSpPr>
        <p:spPr>
          <a:xfrm rot="7636004">
            <a:off x="5225026" y="4066379"/>
            <a:ext cx="430361" cy="251549"/>
          </a:xfrm>
          <a:prstGeom prst="can">
            <a:avLst>
              <a:gd name="adj" fmla="val 114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柱 9"/>
          <p:cNvSpPr/>
          <p:nvPr/>
        </p:nvSpPr>
        <p:spPr>
          <a:xfrm rot="7636004">
            <a:off x="4968028" y="4188442"/>
            <a:ext cx="1127405" cy="196858"/>
          </a:xfrm>
          <a:prstGeom prst="can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0" y="12879"/>
            <a:ext cx="1223493" cy="6858000"/>
          </a:xfrm>
          <a:prstGeom prst="moon">
            <a:avLst>
              <a:gd name="adj" fmla="val 5442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月 3"/>
          <p:cNvSpPr/>
          <p:nvPr/>
        </p:nvSpPr>
        <p:spPr>
          <a:xfrm>
            <a:off x="360608" y="13058"/>
            <a:ext cx="875764" cy="6858000"/>
          </a:xfrm>
          <a:prstGeom prst="moon">
            <a:avLst>
              <a:gd name="adj" fmla="val 3561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柱 15"/>
          <p:cNvSpPr/>
          <p:nvPr/>
        </p:nvSpPr>
        <p:spPr>
          <a:xfrm rot="7636004">
            <a:off x="6018529" y="3962507"/>
            <a:ext cx="430361" cy="1666811"/>
          </a:xfrm>
          <a:prstGeom prst="can">
            <a:avLst>
              <a:gd name="adj" fmla="val 1141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ひし形 11"/>
          <p:cNvSpPr/>
          <p:nvPr/>
        </p:nvSpPr>
        <p:spPr>
          <a:xfrm rot="18217126">
            <a:off x="5616210" y="43432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ひし形 12"/>
          <p:cNvSpPr/>
          <p:nvPr/>
        </p:nvSpPr>
        <p:spPr>
          <a:xfrm rot="18217126">
            <a:off x="5761172" y="444799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ひし形 13"/>
          <p:cNvSpPr/>
          <p:nvPr/>
        </p:nvSpPr>
        <p:spPr>
          <a:xfrm rot="18217126">
            <a:off x="5906134" y="455753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ひし形 14"/>
          <p:cNvSpPr/>
          <p:nvPr/>
        </p:nvSpPr>
        <p:spPr>
          <a:xfrm rot="18217126">
            <a:off x="6051096" y="46623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ひし形 16"/>
          <p:cNvSpPr/>
          <p:nvPr/>
        </p:nvSpPr>
        <p:spPr>
          <a:xfrm rot="18217126">
            <a:off x="6196058" y="4781381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ひし形 17"/>
          <p:cNvSpPr/>
          <p:nvPr/>
        </p:nvSpPr>
        <p:spPr>
          <a:xfrm rot="18217126">
            <a:off x="6341020" y="489092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ひし形 18"/>
          <p:cNvSpPr/>
          <p:nvPr/>
        </p:nvSpPr>
        <p:spPr>
          <a:xfrm rot="18217126">
            <a:off x="6485982" y="5000468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ひし形 19"/>
          <p:cNvSpPr/>
          <p:nvPr/>
        </p:nvSpPr>
        <p:spPr>
          <a:xfrm rot="18217126">
            <a:off x="6630946" y="511477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0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21000000" flipH="1">
            <a:off x="12038558" y="572251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月 1"/>
          <p:cNvSpPr/>
          <p:nvPr/>
        </p:nvSpPr>
        <p:spPr>
          <a:xfrm>
            <a:off x="2422919" y="554149"/>
            <a:ext cx="1004105" cy="4984124"/>
          </a:xfrm>
          <a:prstGeom prst="moon">
            <a:avLst>
              <a:gd name="adj" fmla="val 21698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2604188" y="554149"/>
            <a:ext cx="841886" cy="4984124"/>
          </a:xfrm>
          <a:prstGeom prst="moon">
            <a:avLst>
              <a:gd name="adj" fmla="val 13325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/>
          <p:cNvCxnSpPr>
            <a:stCxn id="3" idx="0"/>
            <a:endCxn id="2" idx="2"/>
          </p:cNvCxnSpPr>
          <p:nvPr/>
        </p:nvCxnSpPr>
        <p:spPr>
          <a:xfrm flipH="1">
            <a:off x="3427024" y="554149"/>
            <a:ext cx="19050" cy="498412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622300" y="3001056"/>
            <a:ext cx="4493019" cy="9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/>
          <p:cNvSpPr/>
          <p:nvPr/>
        </p:nvSpPr>
        <p:spPr>
          <a:xfrm rot="16200000">
            <a:off x="171450" y="2735061"/>
            <a:ext cx="279400" cy="6223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/>
          <p:cNvSpPr/>
          <p:nvPr/>
        </p:nvSpPr>
        <p:spPr>
          <a:xfrm>
            <a:off x="5098656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/>
          <p:cNvSpPr/>
          <p:nvPr/>
        </p:nvSpPr>
        <p:spPr>
          <a:xfrm>
            <a:off x="5274363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/>
          <p:cNvSpPr/>
          <p:nvPr/>
        </p:nvSpPr>
        <p:spPr>
          <a:xfrm>
            <a:off x="5453291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/>
          <p:cNvSpPr/>
          <p:nvPr/>
        </p:nvSpPr>
        <p:spPr>
          <a:xfrm>
            <a:off x="5628998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平行四辺形 18"/>
          <p:cNvSpPr/>
          <p:nvPr/>
        </p:nvSpPr>
        <p:spPr>
          <a:xfrm flipV="1">
            <a:off x="5098656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平行四辺形 19"/>
          <p:cNvSpPr/>
          <p:nvPr/>
        </p:nvSpPr>
        <p:spPr>
          <a:xfrm flipV="1">
            <a:off x="5274363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平行四辺形 20"/>
          <p:cNvSpPr/>
          <p:nvPr/>
        </p:nvSpPr>
        <p:spPr>
          <a:xfrm flipV="1">
            <a:off x="5453291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平行四辺形 21"/>
          <p:cNvSpPr/>
          <p:nvPr/>
        </p:nvSpPr>
        <p:spPr>
          <a:xfrm flipV="1">
            <a:off x="5628998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168" y="554149"/>
            <a:ext cx="1224000" cy="5022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600000" flipH="1">
            <a:off x="12026954" y="30312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800000" flipH="1">
            <a:off x="11641410" y="718704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38668" y="845159"/>
            <a:ext cx="1818000" cy="442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1800000" flipH="1">
            <a:off x="11640613" y="288463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rot="20400000" flipH="1">
            <a:off x="4992606" y="609947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658061"/>
            <a:ext cx="1468800" cy="4777539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7489" y="2777964"/>
            <a:ext cx="6011177" cy="536494"/>
          </a:xfrm>
          <a:prstGeom prst="rect">
            <a:avLst/>
          </a:prstGeom>
        </p:spPr>
      </p:pic>
      <p:cxnSp>
        <p:nvCxnSpPr>
          <p:cNvPr id="28" name="直線コネクタ 27"/>
          <p:cNvCxnSpPr/>
          <p:nvPr/>
        </p:nvCxnSpPr>
        <p:spPr>
          <a:xfrm rot="1200000" flipH="1">
            <a:off x="4965754" y="29550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2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200000" flipH="1">
            <a:off x="5131162" y="845052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26" y="1120806"/>
            <a:ext cx="2358000" cy="388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2400000" flipH="1">
            <a:off x="5130140" y="2758125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1" y="2777964"/>
            <a:ext cx="6011177" cy="53649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25326" y="513409"/>
            <a:ext cx="1146147" cy="51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0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80B3CB2B-BA9C-1AE8-4763-37208C69AF60}"/>
              </a:ext>
            </a:extLst>
          </p:cNvPr>
          <p:cNvSpPr/>
          <p:nvPr/>
        </p:nvSpPr>
        <p:spPr>
          <a:xfrm>
            <a:off x="1504950" y="1866900"/>
            <a:ext cx="2821538" cy="3444118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7200000"/>
            </a:lightRig>
          </a:scene3d>
          <a:sp3d>
            <a:bevelT w="596900" h="1333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アーチ 12">
            <a:extLst>
              <a:ext uri="{FF2B5EF4-FFF2-40B4-BE49-F238E27FC236}">
                <a16:creationId xmlns:a16="http://schemas.microsoft.com/office/drawing/2014/main" id="{C32F9F54-8C43-BB63-6B44-57E17923784B}"/>
              </a:ext>
            </a:extLst>
          </p:cNvPr>
          <p:cNvSpPr/>
          <p:nvPr/>
        </p:nvSpPr>
        <p:spPr>
          <a:xfrm rot="10800000">
            <a:off x="1504950" y="3171825"/>
            <a:ext cx="2821538" cy="704850"/>
          </a:xfrm>
          <a:prstGeom prst="blockArc">
            <a:avLst>
              <a:gd name="adj1" fmla="val 10800000"/>
              <a:gd name="adj2" fmla="val 40561"/>
              <a:gd name="adj3" fmla="val 4714"/>
            </a:avLst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47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アーチ 13">
            <a:extLst>
              <a:ext uri="{FF2B5EF4-FFF2-40B4-BE49-F238E27FC236}">
                <a16:creationId xmlns:a16="http://schemas.microsoft.com/office/drawing/2014/main" id="{B8BE7002-A5F3-FEBF-0F26-BF84A687FE05}"/>
              </a:ext>
            </a:extLst>
          </p:cNvPr>
          <p:cNvSpPr/>
          <p:nvPr/>
        </p:nvSpPr>
        <p:spPr>
          <a:xfrm rot="16200000">
            <a:off x="1193659" y="3236534"/>
            <a:ext cx="3444118" cy="704850"/>
          </a:xfrm>
          <a:prstGeom prst="blockArc">
            <a:avLst>
              <a:gd name="adj1" fmla="val 10800000"/>
              <a:gd name="adj2" fmla="val 40561"/>
              <a:gd name="adj3" fmla="val 4714"/>
            </a:avLst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A578434-7A69-61F0-BCD0-565700EC76C7}"/>
              </a:ext>
            </a:extLst>
          </p:cNvPr>
          <p:cNvSpPr/>
          <p:nvPr/>
        </p:nvSpPr>
        <p:spPr>
          <a:xfrm>
            <a:off x="6633210" y="1866900"/>
            <a:ext cx="2821538" cy="3444118"/>
          </a:xfrm>
          <a:prstGeom prst="ellipse">
            <a:avLst/>
          </a:prstGeom>
          <a:gradFill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08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7200000"/>
            </a:lightRig>
          </a:scene3d>
          <a:sp3d>
            <a:bevelT w="965200" h="177800" prst="softRound"/>
            <a:bevelB w="209550" h="2603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37C7C43-1FF5-EF5A-0ED3-EFBD50F98153}"/>
              </a:ext>
            </a:extLst>
          </p:cNvPr>
          <p:cNvSpPr/>
          <p:nvPr/>
        </p:nvSpPr>
        <p:spPr>
          <a:xfrm>
            <a:off x="6786679" y="2000188"/>
            <a:ext cx="2514600" cy="317754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rig="threePt" dir="t">
              <a:rot lat="0" lon="0" rev="2400000"/>
            </a:lightRig>
          </a:scene3d>
          <a:sp3d>
            <a:bevelT w="501650" h="273050" prst="softRound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アーチ 17">
            <a:extLst>
              <a:ext uri="{FF2B5EF4-FFF2-40B4-BE49-F238E27FC236}">
                <a16:creationId xmlns:a16="http://schemas.microsoft.com/office/drawing/2014/main" id="{0250EA4D-EFCC-3CA0-142D-2AF673661F3C}"/>
              </a:ext>
            </a:extLst>
          </p:cNvPr>
          <p:cNvSpPr/>
          <p:nvPr/>
        </p:nvSpPr>
        <p:spPr>
          <a:xfrm rot="5400000">
            <a:off x="7459678" y="3399829"/>
            <a:ext cx="1168601" cy="378257"/>
          </a:xfrm>
          <a:prstGeom prst="blockArc">
            <a:avLst>
              <a:gd name="adj1" fmla="val 10800000"/>
              <a:gd name="adj2" fmla="val 3"/>
              <a:gd name="adj3" fmla="val 22482"/>
            </a:avLst>
          </a:prstGeom>
          <a:solidFill>
            <a:srgbClr val="672F09"/>
          </a:solidFill>
          <a:ln>
            <a:noFill/>
          </a:ln>
          <a:effectLst>
            <a:outerShdw blurRad="76200" sx="111000" sy="111000" algn="l" rotWithShape="0">
              <a:prstClr val="black">
                <a:alpha val="52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9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F42F-386A-6B3E-CD60-A1D44179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円柱 14">
            <a:extLst>
              <a:ext uri="{FF2B5EF4-FFF2-40B4-BE49-F238E27FC236}">
                <a16:creationId xmlns:a16="http://schemas.microsoft.com/office/drawing/2014/main" id="{0D038A14-24B1-76A7-7759-8ABF1E4A7257}"/>
              </a:ext>
            </a:extLst>
          </p:cNvPr>
          <p:cNvSpPr/>
          <p:nvPr/>
        </p:nvSpPr>
        <p:spPr>
          <a:xfrm rot="3041377">
            <a:off x="937053" y="1513434"/>
            <a:ext cx="970384" cy="248194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254000" dist="228600" dir="204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9169DDF3-643B-A6E2-6D24-E40B060D8C5A}"/>
              </a:ext>
            </a:extLst>
          </p:cNvPr>
          <p:cNvSpPr/>
          <p:nvPr/>
        </p:nvSpPr>
        <p:spPr>
          <a:xfrm rot="19269654">
            <a:off x="322672" y="2798407"/>
            <a:ext cx="2511247" cy="1166327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304800" dist="165100" dir="81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弦 18">
            <a:extLst>
              <a:ext uri="{FF2B5EF4-FFF2-40B4-BE49-F238E27FC236}">
                <a16:creationId xmlns:a16="http://schemas.microsoft.com/office/drawing/2014/main" id="{0DB71D8B-7676-84DF-2740-55F45E63CC9A}"/>
              </a:ext>
            </a:extLst>
          </p:cNvPr>
          <p:cNvSpPr/>
          <p:nvPr/>
        </p:nvSpPr>
        <p:spPr>
          <a:xfrm rot="5400000">
            <a:off x="1726645" y="3067478"/>
            <a:ext cx="5658944" cy="2276669"/>
          </a:xfrm>
          <a:prstGeom prst="chord">
            <a:avLst>
              <a:gd name="adj1" fmla="val 5392430"/>
              <a:gd name="adj2" fmla="val 1620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778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弦 19">
            <a:extLst>
              <a:ext uri="{FF2B5EF4-FFF2-40B4-BE49-F238E27FC236}">
                <a16:creationId xmlns:a16="http://schemas.microsoft.com/office/drawing/2014/main" id="{5F0BF55A-E40D-362D-BC72-8555EDCF2762}"/>
              </a:ext>
            </a:extLst>
          </p:cNvPr>
          <p:cNvSpPr/>
          <p:nvPr/>
        </p:nvSpPr>
        <p:spPr>
          <a:xfrm rot="5400000">
            <a:off x="3432520" y="3045709"/>
            <a:ext cx="2262746" cy="2292222"/>
          </a:xfrm>
          <a:prstGeom prst="chord">
            <a:avLst>
              <a:gd name="adj1" fmla="val 2906992"/>
              <a:gd name="adj2" fmla="val 187671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 dist="165100" dir="20400000">
              <a:prstClr val="black">
                <a:alpha val="26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D2580D4-B771-43F2-09B7-B0FDD1FAA1FD}"/>
              </a:ext>
            </a:extLst>
          </p:cNvPr>
          <p:cNvSpPr/>
          <p:nvPr/>
        </p:nvSpPr>
        <p:spPr>
          <a:xfrm>
            <a:off x="4125354" y="1219200"/>
            <a:ext cx="892629" cy="4419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52400" dist="76200" dir="2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C942BE8-3DC1-B3EE-EF19-AFA225DA0D77}"/>
              </a:ext>
            </a:extLst>
          </p:cNvPr>
          <p:cNvSpPr/>
          <p:nvPr/>
        </p:nvSpPr>
        <p:spPr>
          <a:xfrm>
            <a:off x="4125353" y="923261"/>
            <a:ext cx="892629" cy="368960"/>
          </a:xfrm>
          <a:prstGeom prst="roundRect">
            <a:avLst>
              <a:gd name="adj" fmla="val 2931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52400" dist="76200" dir="2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13D8051-C736-E8EC-D76A-4F7D9D7C7715}"/>
              </a:ext>
            </a:extLst>
          </p:cNvPr>
          <p:cNvSpPr/>
          <p:nvPr/>
        </p:nvSpPr>
        <p:spPr>
          <a:xfrm>
            <a:off x="7287209" y="1525487"/>
            <a:ext cx="909735" cy="3331029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innerShdw blurRad="177800" dist="762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275EB8-4D79-4912-6697-D436A284F786}"/>
              </a:ext>
            </a:extLst>
          </p:cNvPr>
          <p:cNvSpPr/>
          <p:nvPr/>
        </p:nvSpPr>
        <p:spPr>
          <a:xfrm>
            <a:off x="7422211" y="2739598"/>
            <a:ext cx="639730" cy="902806"/>
          </a:xfrm>
          <a:prstGeom prst="roundRect">
            <a:avLst>
              <a:gd name="adj" fmla="val 22678"/>
            </a:avLst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>
              <a:rot lat="0" lon="0" rev="20400000"/>
            </a:lightRig>
          </a:scene3d>
          <a:sp3d>
            <a:bevelT w="171450" h="1016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星: 4 pt 24">
            <a:extLst>
              <a:ext uri="{FF2B5EF4-FFF2-40B4-BE49-F238E27FC236}">
                <a16:creationId xmlns:a16="http://schemas.microsoft.com/office/drawing/2014/main" id="{EA84A464-6A80-02AB-95F5-548107831004}"/>
              </a:ext>
            </a:extLst>
          </p:cNvPr>
          <p:cNvSpPr/>
          <p:nvPr/>
        </p:nvSpPr>
        <p:spPr>
          <a:xfrm>
            <a:off x="9279294" y="1790620"/>
            <a:ext cx="1912775" cy="2539653"/>
          </a:xfrm>
          <a:prstGeom prst="star4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08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平行四辺形 27">
            <a:extLst>
              <a:ext uri="{FF2B5EF4-FFF2-40B4-BE49-F238E27FC236}">
                <a16:creationId xmlns:a16="http://schemas.microsoft.com/office/drawing/2014/main" id="{2790EDD4-764D-116A-028D-598E5C92F7E5}"/>
              </a:ext>
            </a:extLst>
          </p:cNvPr>
          <p:cNvSpPr/>
          <p:nvPr/>
        </p:nvSpPr>
        <p:spPr>
          <a:xfrm rot="5400000">
            <a:off x="851379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72BB623B-4F22-BF99-2796-7008CFC9C58B}"/>
              </a:ext>
            </a:extLst>
          </p:cNvPr>
          <p:cNvSpPr/>
          <p:nvPr/>
        </p:nvSpPr>
        <p:spPr>
          <a:xfrm rot="16200000" flipV="1">
            <a:off x="601902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平行四辺形 5">
            <a:extLst>
              <a:ext uri="{FF2B5EF4-FFF2-40B4-BE49-F238E27FC236}">
                <a16:creationId xmlns:a16="http://schemas.microsoft.com/office/drawing/2014/main" id="{34B34CC3-A6C9-0172-23F0-40362DBC44E3}"/>
              </a:ext>
            </a:extLst>
          </p:cNvPr>
          <p:cNvSpPr/>
          <p:nvPr/>
        </p:nvSpPr>
        <p:spPr>
          <a:xfrm rot="5400000">
            <a:off x="1400755" y="1634024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平行四辺形 6">
            <a:extLst>
              <a:ext uri="{FF2B5EF4-FFF2-40B4-BE49-F238E27FC236}">
                <a16:creationId xmlns:a16="http://schemas.microsoft.com/office/drawing/2014/main" id="{06786BDA-0831-3F9F-566D-FD8C9ABD1693}"/>
              </a:ext>
            </a:extLst>
          </p:cNvPr>
          <p:cNvSpPr/>
          <p:nvPr/>
        </p:nvSpPr>
        <p:spPr>
          <a:xfrm rot="16200000" flipV="1">
            <a:off x="4315406" y="3382346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平行四辺形 9">
            <a:extLst>
              <a:ext uri="{FF2B5EF4-FFF2-40B4-BE49-F238E27FC236}">
                <a16:creationId xmlns:a16="http://schemas.microsoft.com/office/drawing/2014/main" id="{BDE1283C-B841-2C0B-32C8-3E2C9E44D4E3}"/>
              </a:ext>
            </a:extLst>
          </p:cNvPr>
          <p:cNvSpPr/>
          <p:nvPr/>
        </p:nvSpPr>
        <p:spPr>
          <a:xfrm rot="11324692">
            <a:off x="350316" y="2053869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E1C43AC5-2A47-8329-1C16-DFCF7D96B2EB}"/>
              </a:ext>
            </a:extLst>
          </p:cNvPr>
          <p:cNvSpPr/>
          <p:nvPr/>
        </p:nvSpPr>
        <p:spPr>
          <a:xfrm rot="5400000">
            <a:off x="1737144" y="698144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EC706755-201A-7A01-72D4-3F0293336908}"/>
              </a:ext>
            </a:extLst>
          </p:cNvPr>
          <p:cNvSpPr/>
          <p:nvPr/>
        </p:nvSpPr>
        <p:spPr>
          <a:xfrm rot="16200000" flipV="1">
            <a:off x="4629634" y="2424306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2B25EDD8-B618-A8D4-F184-48C0937F0B25}"/>
              </a:ext>
            </a:extLst>
          </p:cNvPr>
          <p:cNvSpPr/>
          <p:nvPr/>
        </p:nvSpPr>
        <p:spPr>
          <a:xfrm rot="432750">
            <a:off x="2158644" y="3331586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2B53DDBD-3911-83BD-54D3-F664F31C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7152905" y="2007665"/>
            <a:ext cx="1322577" cy="1587092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807695AD-8A26-8E8A-9653-61D9D6EE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3927">
            <a:off x="8173597" y="2126327"/>
            <a:ext cx="1029226" cy="1812748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C4E04C69-33D1-BFBC-EF40-087495866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9646733" y="2566087"/>
            <a:ext cx="346438" cy="1261033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406CBBF-6018-1B05-93C2-79C0D29BA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8546394" y="2461996"/>
            <a:ext cx="1029226" cy="1812748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195C51A2-B52C-0CC2-AE68-B4192C03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6412211" y="2193481"/>
            <a:ext cx="1322577" cy="158709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2E395DA7-22F4-2370-EECD-30EDC4B70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9975781" y="2552710"/>
            <a:ext cx="346438" cy="1261033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140227CB-7669-1D0A-0AAB-EEB0D7DC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43551">
            <a:off x="10269930" y="2886346"/>
            <a:ext cx="346438" cy="1261033"/>
          </a:xfrm>
          <a:prstGeom prst="rect">
            <a:avLst/>
          </a:prstGeom>
        </p:spPr>
      </p:pic>
      <p:sp>
        <p:nvSpPr>
          <p:cNvPr id="21" name="平行四辺形 20">
            <a:extLst>
              <a:ext uri="{FF2B5EF4-FFF2-40B4-BE49-F238E27FC236}">
                <a16:creationId xmlns:a16="http://schemas.microsoft.com/office/drawing/2014/main" id="{8C345CFE-C589-2B80-261B-6BD897E0A804}"/>
              </a:ext>
            </a:extLst>
          </p:cNvPr>
          <p:cNvSpPr/>
          <p:nvPr/>
        </p:nvSpPr>
        <p:spPr>
          <a:xfrm rot="5400000">
            <a:off x="734746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4BFD8F87-DBDF-DDD7-FE59-489C5C90B7C9}"/>
              </a:ext>
            </a:extLst>
          </p:cNvPr>
          <p:cNvSpPr/>
          <p:nvPr/>
        </p:nvSpPr>
        <p:spPr>
          <a:xfrm rot="16200000" flipV="1">
            <a:off x="1026211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十字形 25">
            <a:extLst>
              <a:ext uri="{FF2B5EF4-FFF2-40B4-BE49-F238E27FC236}">
                <a16:creationId xmlns:a16="http://schemas.microsoft.com/office/drawing/2014/main" id="{AE0336D9-73AA-DE34-463E-E6AFE0830020}"/>
              </a:ext>
            </a:extLst>
          </p:cNvPr>
          <p:cNvSpPr/>
          <p:nvPr/>
        </p:nvSpPr>
        <p:spPr>
          <a:xfrm rot="432750">
            <a:off x="810535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>
            <a:extLst>
              <a:ext uri="{FF2B5EF4-FFF2-40B4-BE49-F238E27FC236}">
                <a16:creationId xmlns:a16="http://schemas.microsoft.com/office/drawing/2014/main" id="{002D2042-539B-F698-A750-8D7801157AC8}"/>
              </a:ext>
            </a:extLst>
          </p:cNvPr>
          <p:cNvSpPr/>
          <p:nvPr/>
        </p:nvSpPr>
        <p:spPr>
          <a:xfrm rot="11324692">
            <a:off x="6297028" y="1568682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平行四辺形 23">
            <a:extLst>
              <a:ext uri="{FF2B5EF4-FFF2-40B4-BE49-F238E27FC236}">
                <a16:creationId xmlns:a16="http://schemas.microsoft.com/office/drawing/2014/main" id="{2E9EE941-3FC2-F023-5204-E4E335BBB3DD}"/>
              </a:ext>
            </a:extLst>
          </p:cNvPr>
          <p:cNvSpPr/>
          <p:nvPr/>
        </p:nvSpPr>
        <p:spPr>
          <a:xfrm rot="5400000">
            <a:off x="7683856" y="212957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平行四辺形 24">
            <a:extLst>
              <a:ext uri="{FF2B5EF4-FFF2-40B4-BE49-F238E27FC236}">
                <a16:creationId xmlns:a16="http://schemas.microsoft.com/office/drawing/2014/main" id="{F725C588-022E-EB8C-001F-A1C8725D834F}"/>
              </a:ext>
            </a:extLst>
          </p:cNvPr>
          <p:cNvSpPr/>
          <p:nvPr/>
        </p:nvSpPr>
        <p:spPr>
          <a:xfrm rot="16200000" flipV="1">
            <a:off x="10576346" y="1939119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78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辺形 1">
            <a:extLst>
              <a:ext uri="{FF2B5EF4-FFF2-40B4-BE49-F238E27FC236}">
                <a16:creationId xmlns:a16="http://schemas.microsoft.com/office/drawing/2014/main" id="{C38A1B21-6886-5757-2082-C343A9EBE595}"/>
              </a:ext>
            </a:extLst>
          </p:cNvPr>
          <p:cNvSpPr/>
          <p:nvPr/>
        </p:nvSpPr>
        <p:spPr>
          <a:xfrm rot="5400000">
            <a:off x="851379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E05FE243-6DF2-17DF-1436-4272EB2D6B51}"/>
              </a:ext>
            </a:extLst>
          </p:cNvPr>
          <p:cNvSpPr/>
          <p:nvPr/>
        </p:nvSpPr>
        <p:spPr>
          <a:xfrm rot="16200000" flipV="1">
            <a:off x="601902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2E855EA-16DB-CAD3-5A00-5DACC0D3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84898">
            <a:off x="7096570" y="1639586"/>
            <a:ext cx="1322577" cy="15870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3AD8BDD-E375-3D7C-74E4-14792258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99" y="1837313"/>
            <a:ext cx="1029226" cy="18127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3DE5510-F6E9-7443-762D-9B6EF95B1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9873054" y="2157719"/>
            <a:ext cx="346438" cy="12610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6BAABEE-2338-5F1C-D5B9-DA70B58A6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8771789" y="2235026"/>
            <a:ext cx="1029226" cy="18127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166375F-80A0-2E79-8F7A-CFC8752E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429">
            <a:off x="6371080" y="1866682"/>
            <a:ext cx="1322577" cy="15870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E021B93-B9CE-7119-B883-30EEFF417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10245742" y="2342894"/>
            <a:ext cx="346438" cy="12610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8E4D3EC-A014-C6DD-2947-DFFBEA02D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10539891" y="2676530"/>
            <a:ext cx="346438" cy="1261033"/>
          </a:xfrm>
          <a:prstGeom prst="rect">
            <a:avLst/>
          </a:prstGeom>
        </p:spPr>
      </p:pic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92289697-A51E-84A8-5841-46112E759E4C}"/>
              </a:ext>
            </a:extLst>
          </p:cNvPr>
          <p:cNvSpPr/>
          <p:nvPr/>
        </p:nvSpPr>
        <p:spPr>
          <a:xfrm rot="5400000">
            <a:off x="734746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B8057595-F801-E1AF-CF75-AA4BCEEEF466}"/>
              </a:ext>
            </a:extLst>
          </p:cNvPr>
          <p:cNvSpPr/>
          <p:nvPr/>
        </p:nvSpPr>
        <p:spPr>
          <a:xfrm rot="16200000" flipV="1">
            <a:off x="1026211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E823A990-9232-5E52-A6D5-9E448E138091}"/>
              </a:ext>
            </a:extLst>
          </p:cNvPr>
          <p:cNvSpPr/>
          <p:nvPr/>
        </p:nvSpPr>
        <p:spPr>
          <a:xfrm rot="432750">
            <a:off x="810535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平行四辺形 13">
            <a:extLst>
              <a:ext uri="{FF2B5EF4-FFF2-40B4-BE49-F238E27FC236}">
                <a16:creationId xmlns:a16="http://schemas.microsoft.com/office/drawing/2014/main" id="{AC1C631A-09C5-6964-BF5D-3FF0D86DB488}"/>
              </a:ext>
            </a:extLst>
          </p:cNvPr>
          <p:cNvSpPr/>
          <p:nvPr/>
        </p:nvSpPr>
        <p:spPr>
          <a:xfrm rot="11324692">
            <a:off x="6297028" y="598295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>
            <a:extLst>
              <a:ext uri="{FF2B5EF4-FFF2-40B4-BE49-F238E27FC236}">
                <a16:creationId xmlns:a16="http://schemas.microsoft.com/office/drawing/2014/main" id="{A9A819E8-7D84-55F6-598F-397111256526}"/>
              </a:ext>
            </a:extLst>
          </p:cNvPr>
          <p:cNvSpPr/>
          <p:nvPr/>
        </p:nvSpPr>
        <p:spPr>
          <a:xfrm rot="5400000">
            <a:off x="7683856" y="-757430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79C436B6-66A5-8F6C-CF80-7AFD06B1516A}"/>
              </a:ext>
            </a:extLst>
          </p:cNvPr>
          <p:cNvSpPr/>
          <p:nvPr/>
        </p:nvSpPr>
        <p:spPr>
          <a:xfrm rot="16200000" flipV="1">
            <a:off x="10576346" y="968732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>
            <a:extLst>
              <a:ext uri="{FF2B5EF4-FFF2-40B4-BE49-F238E27FC236}">
                <a16:creationId xmlns:a16="http://schemas.microsoft.com/office/drawing/2014/main" id="{54F2498E-1237-970E-13CE-D0ADA18C8F44}"/>
              </a:ext>
            </a:extLst>
          </p:cNvPr>
          <p:cNvSpPr/>
          <p:nvPr/>
        </p:nvSpPr>
        <p:spPr>
          <a:xfrm rot="5400000">
            <a:off x="2440442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8E069C0D-1DCB-8760-37B6-FD14DEE7604D}"/>
              </a:ext>
            </a:extLst>
          </p:cNvPr>
          <p:cNvSpPr/>
          <p:nvPr/>
        </p:nvSpPr>
        <p:spPr>
          <a:xfrm rot="16200000" flipV="1">
            <a:off x="-54331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C3408DB-1995-1014-5246-A996E922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1079554" y="2007665"/>
            <a:ext cx="1322577" cy="158709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9D94D554-B611-2446-FE53-B1720E2F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3927">
            <a:off x="2100246" y="2126327"/>
            <a:ext cx="1029226" cy="181274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625BD4A8-078C-6657-DD1A-99A8CEB52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3573382" y="2566087"/>
            <a:ext cx="346438" cy="1261033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1D249AA2-3E23-9903-52ED-02639A63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2473043" y="2461996"/>
            <a:ext cx="1029226" cy="181274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E093717-055F-9CAD-850D-18B52D30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338860" y="2193481"/>
            <a:ext cx="1322577" cy="158709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AA76D54A-EF76-53BE-4F16-36979AD6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3902430" y="2552710"/>
            <a:ext cx="346438" cy="126103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6CA66DA-72C2-DC55-B17A-2FBF7CCB4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43551">
            <a:off x="4196579" y="2886346"/>
            <a:ext cx="346438" cy="1261033"/>
          </a:xfrm>
          <a:prstGeom prst="rect">
            <a:avLst/>
          </a:prstGeom>
        </p:spPr>
      </p:pic>
      <p:sp>
        <p:nvSpPr>
          <p:cNvPr id="26" name="平行四辺形 25">
            <a:extLst>
              <a:ext uri="{FF2B5EF4-FFF2-40B4-BE49-F238E27FC236}">
                <a16:creationId xmlns:a16="http://schemas.microsoft.com/office/drawing/2014/main" id="{6E9BF6DC-D994-88F0-E0A1-5298BD870716}"/>
              </a:ext>
            </a:extLst>
          </p:cNvPr>
          <p:cNvSpPr/>
          <p:nvPr/>
        </p:nvSpPr>
        <p:spPr>
          <a:xfrm rot="5400000">
            <a:off x="1274116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ACDDDF7B-26E9-2B9E-64AC-1357516DD564}"/>
              </a:ext>
            </a:extLst>
          </p:cNvPr>
          <p:cNvSpPr/>
          <p:nvPr/>
        </p:nvSpPr>
        <p:spPr>
          <a:xfrm rot="16200000" flipV="1">
            <a:off x="4188767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十字形 27">
            <a:extLst>
              <a:ext uri="{FF2B5EF4-FFF2-40B4-BE49-F238E27FC236}">
                <a16:creationId xmlns:a16="http://schemas.microsoft.com/office/drawing/2014/main" id="{A0238C81-448B-2653-6D73-C74A574E0E13}"/>
              </a:ext>
            </a:extLst>
          </p:cNvPr>
          <p:cNvSpPr/>
          <p:nvPr/>
        </p:nvSpPr>
        <p:spPr>
          <a:xfrm rot="432750">
            <a:off x="2032005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平行四辺形 28">
            <a:extLst>
              <a:ext uri="{FF2B5EF4-FFF2-40B4-BE49-F238E27FC236}">
                <a16:creationId xmlns:a16="http://schemas.microsoft.com/office/drawing/2014/main" id="{768C6741-AF87-159C-B082-458867E647B2}"/>
              </a:ext>
            </a:extLst>
          </p:cNvPr>
          <p:cNvSpPr/>
          <p:nvPr/>
        </p:nvSpPr>
        <p:spPr>
          <a:xfrm rot="11324692">
            <a:off x="223677" y="1139471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平行四辺形 29">
            <a:extLst>
              <a:ext uri="{FF2B5EF4-FFF2-40B4-BE49-F238E27FC236}">
                <a16:creationId xmlns:a16="http://schemas.microsoft.com/office/drawing/2014/main" id="{E1A92351-211A-79A8-6F4F-A43883E8FBA3}"/>
              </a:ext>
            </a:extLst>
          </p:cNvPr>
          <p:cNvSpPr/>
          <p:nvPr/>
        </p:nvSpPr>
        <p:spPr>
          <a:xfrm rot="5400000">
            <a:off x="1610505" y="-216254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平行四辺形 30">
            <a:extLst>
              <a:ext uri="{FF2B5EF4-FFF2-40B4-BE49-F238E27FC236}">
                <a16:creationId xmlns:a16="http://schemas.microsoft.com/office/drawing/2014/main" id="{31CCFD79-4DD5-DDB4-883C-26C145C10B20}"/>
              </a:ext>
            </a:extLst>
          </p:cNvPr>
          <p:cNvSpPr/>
          <p:nvPr/>
        </p:nvSpPr>
        <p:spPr>
          <a:xfrm rot="16200000" flipV="1">
            <a:off x="4502995" y="1509908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58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辺形 1">
            <a:extLst>
              <a:ext uri="{FF2B5EF4-FFF2-40B4-BE49-F238E27FC236}">
                <a16:creationId xmlns:a16="http://schemas.microsoft.com/office/drawing/2014/main" id="{F287C494-1948-4F87-9619-E55764733DDD}"/>
              </a:ext>
            </a:extLst>
          </p:cNvPr>
          <p:cNvSpPr/>
          <p:nvPr/>
        </p:nvSpPr>
        <p:spPr>
          <a:xfrm rot="5400000">
            <a:off x="9265917" y="1498435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3CCF4E36-946E-75D4-CA2F-435052953759}"/>
              </a:ext>
            </a:extLst>
          </p:cNvPr>
          <p:cNvSpPr/>
          <p:nvPr/>
        </p:nvSpPr>
        <p:spPr>
          <a:xfrm rot="16200000" flipV="1">
            <a:off x="6771144" y="2826882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B7ECD4A-B883-251B-7CC3-BD1629C68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89734">
            <a:off x="7152349" y="1619985"/>
            <a:ext cx="1322577" cy="15870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6002A38-3387-C86B-36AC-39122CB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002" y="1724352"/>
            <a:ext cx="1029226" cy="18127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6831B5A-839C-5434-1D3A-A3F55FE01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11486758" y="2219385"/>
            <a:ext cx="346438" cy="12610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9481B0A-41AC-5059-FD3F-7357B517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10058621" y="2170594"/>
            <a:ext cx="1029226" cy="18127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9B65B2F-6302-93BC-ECBA-F2BDEC88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3805">
            <a:off x="5865704" y="1254828"/>
            <a:ext cx="1322577" cy="15870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E5EACE1-A269-D0F0-8022-1954C95FB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01566">
            <a:off x="12283655" y="1799063"/>
            <a:ext cx="346438" cy="12610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2523B68-F69B-A2D3-F921-221A68CC8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12788844" y="2184819"/>
            <a:ext cx="346438" cy="1261033"/>
          </a:xfrm>
          <a:prstGeom prst="rect">
            <a:avLst/>
          </a:prstGeom>
        </p:spPr>
      </p:pic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63969C33-9529-1903-D35B-FBB30AD2E315}"/>
              </a:ext>
            </a:extLst>
          </p:cNvPr>
          <p:cNvSpPr/>
          <p:nvPr/>
        </p:nvSpPr>
        <p:spPr>
          <a:xfrm rot="5400000">
            <a:off x="8099591" y="1813180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C381EEE6-AA8F-67EA-A114-21832DB28EDD}"/>
              </a:ext>
            </a:extLst>
          </p:cNvPr>
          <p:cNvSpPr/>
          <p:nvPr/>
        </p:nvSpPr>
        <p:spPr>
          <a:xfrm rot="16200000" flipV="1">
            <a:off x="11014242" y="3561502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36C050E7-F859-E250-028C-790068137C3B}"/>
              </a:ext>
            </a:extLst>
          </p:cNvPr>
          <p:cNvSpPr/>
          <p:nvPr/>
        </p:nvSpPr>
        <p:spPr>
          <a:xfrm rot="432750">
            <a:off x="8857480" y="3510742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平行四辺形 13">
            <a:extLst>
              <a:ext uri="{FF2B5EF4-FFF2-40B4-BE49-F238E27FC236}">
                <a16:creationId xmlns:a16="http://schemas.microsoft.com/office/drawing/2014/main" id="{36F34518-9ABC-6C53-7C4E-74676F78C0BD}"/>
              </a:ext>
            </a:extLst>
          </p:cNvPr>
          <p:cNvSpPr/>
          <p:nvPr/>
        </p:nvSpPr>
        <p:spPr>
          <a:xfrm rot="11324692">
            <a:off x="7049152" y="609499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>
            <a:extLst>
              <a:ext uri="{FF2B5EF4-FFF2-40B4-BE49-F238E27FC236}">
                <a16:creationId xmlns:a16="http://schemas.microsoft.com/office/drawing/2014/main" id="{11B83395-B2A0-CE15-F892-B347DFD38685}"/>
              </a:ext>
            </a:extLst>
          </p:cNvPr>
          <p:cNvSpPr/>
          <p:nvPr/>
        </p:nvSpPr>
        <p:spPr>
          <a:xfrm rot="5400000">
            <a:off x="8435980" y="-746226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A707397E-0779-CC5E-FC9B-C272CDCF555F}"/>
              </a:ext>
            </a:extLst>
          </p:cNvPr>
          <p:cNvSpPr/>
          <p:nvPr/>
        </p:nvSpPr>
        <p:spPr>
          <a:xfrm rot="16200000" flipV="1">
            <a:off x="11328470" y="979936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>
            <a:extLst>
              <a:ext uri="{FF2B5EF4-FFF2-40B4-BE49-F238E27FC236}">
                <a16:creationId xmlns:a16="http://schemas.microsoft.com/office/drawing/2014/main" id="{E0778535-4CED-D6BC-05D0-2DC4EC0F3E42}"/>
              </a:ext>
            </a:extLst>
          </p:cNvPr>
          <p:cNvSpPr/>
          <p:nvPr/>
        </p:nvSpPr>
        <p:spPr>
          <a:xfrm rot="5400000">
            <a:off x="244332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FBF081B0-9B62-F437-4C87-BC7CD7C773F8}"/>
              </a:ext>
            </a:extLst>
          </p:cNvPr>
          <p:cNvSpPr/>
          <p:nvPr/>
        </p:nvSpPr>
        <p:spPr>
          <a:xfrm rot="16200000" flipV="1">
            <a:off x="-5145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587AA40-AF60-C75F-CC7D-C6E80CA0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89734">
            <a:off x="875857" y="1620545"/>
            <a:ext cx="1322577" cy="158709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318F1E3E-0527-A45D-6EC6-48E10FEDB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469" y="1719982"/>
            <a:ext cx="1029226" cy="181274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CC7C3AE-DB6B-DCB3-E96A-7ACB2BC26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3879245" y="2184820"/>
            <a:ext cx="346438" cy="1261033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570E6A97-DE4B-119F-F73D-6D5FBA48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2678065" y="2115678"/>
            <a:ext cx="1029226" cy="181274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4DA43B6-26DB-2CE5-5B99-75C43D65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3805">
            <a:off x="-28149" y="1533100"/>
            <a:ext cx="1322577" cy="158709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3729F271-DD12-BA61-8722-BADEE9D11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4609363" y="1884867"/>
            <a:ext cx="346438" cy="126103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2E90FCA-E084-D00D-7EFA-61FB0C5F8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4908113" y="2404913"/>
            <a:ext cx="346438" cy="1261033"/>
          </a:xfrm>
          <a:prstGeom prst="rect">
            <a:avLst/>
          </a:prstGeom>
        </p:spPr>
      </p:pic>
      <p:sp>
        <p:nvSpPr>
          <p:cNvPr id="26" name="平行四辺形 25">
            <a:extLst>
              <a:ext uri="{FF2B5EF4-FFF2-40B4-BE49-F238E27FC236}">
                <a16:creationId xmlns:a16="http://schemas.microsoft.com/office/drawing/2014/main" id="{6CCEA79D-6D5B-C829-67BB-2E6B53E35062}"/>
              </a:ext>
            </a:extLst>
          </p:cNvPr>
          <p:cNvSpPr/>
          <p:nvPr/>
        </p:nvSpPr>
        <p:spPr>
          <a:xfrm rot="5400000">
            <a:off x="127699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DE272ED2-C22F-63C8-9993-C1001A703DD4}"/>
              </a:ext>
            </a:extLst>
          </p:cNvPr>
          <p:cNvSpPr/>
          <p:nvPr/>
        </p:nvSpPr>
        <p:spPr>
          <a:xfrm rot="16200000" flipV="1">
            <a:off x="419164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十字形 27">
            <a:extLst>
              <a:ext uri="{FF2B5EF4-FFF2-40B4-BE49-F238E27FC236}">
                <a16:creationId xmlns:a16="http://schemas.microsoft.com/office/drawing/2014/main" id="{0B12F46B-9D3C-C437-4C0B-632EDE06F1D2}"/>
              </a:ext>
            </a:extLst>
          </p:cNvPr>
          <p:cNvSpPr/>
          <p:nvPr/>
        </p:nvSpPr>
        <p:spPr>
          <a:xfrm rot="432750">
            <a:off x="203488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平行四辺形 28">
            <a:extLst>
              <a:ext uri="{FF2B5EF4-FFF2-40B4-BE49-F238E27FC236}">
                <a16:creationId xmlns:a16="http://schemas.microsoft.com/office/drawing/2014/main" id="{F38BD40D-CC62-0EF8-9703-64240E30001B}"/>
              </a:ext>
            </a:extLst>
          </p:cNvPr>
          <p:cNvSpPr/>
          <p:nvPr/>
        </p:nvSpPr>
        <p:spPr>
          <a:xfrm rot="11324692">
            <a:off x="226558" y="430342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平行四辺形 29">
            <a:extLst>
              <a:ext uri="{FF2B5EF4-FFF2-40B4-BE49-F238E27FC236}">
                <a16:creationId xmlns:a16="http://schemas.microsoft.com/office/drawing/2014/main" id="{CD8A8F63-B09E-CC21-B254-2B84A7D9DEC4}"/>
              </a:ext>
            </a:extLst>
          </p:cNvPr>
          <p:cNvSpPr/>
          <p:nvPr/>
        </p:nvSpPr>
        <p:spPr>
          <a:xfrm rot="5400000">
            <a:off x="1613386" y="-925383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平行四辺形 30">
            <a:extLst>
              <a:ext uri="{FF2B5EF4-FFF2-40B4-BE49-F238E27FC236}">
                <a16:creationId xmlns:a16="http://schemas.microsoft.com/office/drawing/2014/main" id="{E5A4B8D7-9C8A-0C8B-0D6D-95D8152F7A53}"/>
              </a:ext>
            </a:extLst>
          </p:cNvPr>
          <p:cNvSpPr/>
          <p:nvPr/>
        </p:nvSpPr>
        <p:spPr>
          <a:xfrm rot="16200000" flipV="1">
            <a:off x="4505876" y="800779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61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8C7C8D76-0EE4-057F-EC12-39F3485CDE71}"/>
              </a:ext>
            </a:extLst>
          </p:cNvPr>
          <p:cNvSpPr/>
          <p:nvPr/>
        </p:nvSpPr>
        <p:spPr>
          <a:xfrm>
            <a:off x="600640" y="1751071"/>
            <a:ext cx="817611" cy="715296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E8BE87DF-9307-4438-28C5-A9F85AFB2A39}"/>
              </a:ext>
            </a:extLst>
          </p:cNvPr>
          <p:cNvSpPr/>
          <p:nvPr/>
        </p:nvSpPr>
        <p:spPr>
          <a:xfrm>
            <a:off x="774811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台形 1">
            <a:extLst>
              <a:ext uri="{FF2B5EF4-FFF2-40B4-BE49-F238E27FC236}">
                <a16:creationId xmlns:a16="http://schemas.microsoft.com/office/drawing/2014/main" id="{CED846F9-0B8C-762F-E3F8-F7CC96A39DF9}"/>
              </a:ext>
            </a:extLst>
          </p:cNvPr>
          <p:cNvSpPr/>
          <p:nvPr/>
        </p:nvSpPr>
        <p:spPr>
          <a:xfrm rot="10800000">
            <a:off x="544655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CEF77D1-3168-D640-D64C-2F5580794D79}"/>
              </a:ext>
            </a:extLst>
          </p:cNvPr>
          <p:cNvSpPr/>
          <p:nvPr/>
        </p:nvSpPr>
        <p:spPr>
          <a:xfrm>
            <a:off x="1773188" y="1751071"/>
            <a:ext cx="817611" cy="715296"/>
          </a:xfrm>
          <a:prstGeom prst="ellipse">
            <a:avLst/>
          </a:prstGeom>
          <a:solidFill>
            <a:srgbClr val="FF3F3F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ADD53F0-339C-CEF3-990C-423D39F9994E}"/>
              </a:ext>
            </a:extLst>
          </p:cNvPr>
          <p:cNvSpPr/>
          <p:nvPr/>
        </p:nvSpPr>
        <p:spPr>
          <a:xfrm>
            <a:off x="1947359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79A3F247-5B32-9980-441D-59D184698AD9}"/>
              </a:ext>
            </a:extLst>
          </p:cNvPr>
          <p:cNvSpPr/>
          <p:nvPr/>
        </p:nvSpPr>
        <p:spPr>
          <a:xfrm rot="10800000">
            <a:off x="1717203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78903FB-174A-73A0-3956-BB48B82A3A68}"/>
              </a:ext>
            </a:extLst>
          </p:cNvPr>
          <p:cNvSpPr/>
          <p:nvPr/>
        </p:nvSpPr>
        <p:spPr>
          <a:xfrm>
            <a:off x="2876941" y="1751071"/>
            <a:ext cx="817611" cy="715296"/>
          </a:xfrm>
          <a:prstGeom prst="ellipse">
            <a:avLst/>
          </a:prstGeom>
          <a:solidFill>
            <a:srgbClr val="FF7171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B8B038-D3F3-9A64-3516-BDF27E002649}"/>
              </a:ext>
            </a:extLst>
          </p:cNvPr>
          <p:cNvSpPr/>
          <p:nvPr/>
        </p:nvSpPr>
        <p:spPr>
          <a:xfrm>
            <a:off x="3051112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台形 9">
            <a:extLst>
              <a:ext uri="{FF2B5EF4-FFF2-40B4-BE49-F238E27FC236}">
                <a16:creationId xmlns:a16="http://schemas.microsoft.com/office/drawing/2014/main" id="{EDBAEC76-2F86-0FF9-9FC4-7DE523DA0E54}"/>
              </a:ext>
            </a:extLst>
          </p:cNvPr>
          <p:cNvSpPr/>
          <p:nvPr/>
        </p:nvSpPr>
        <p:spPr>
          <a:xfrm rot="10800000">
            <a:off x="2820956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27E143E-6FB6-E335-074A-A012EC0D884B}"/>
              </a:ext>
            </a:extLst>
          </p:cNvPr>
          <p:cNvSpPr/>
          <p:nvPr/>
        </p:nvSpPr>
        <p:spPr>
          <a:xfrm>
            <a:off x="4005208" y="1751071"/>
            <a:ext cx="817611" cy="715296"/>
          </a:xfrm>
          <a:prstGeom prst="ellipse">
            <a:avLst/>
          </a:prstGeom>
          <a:solidFill>
            <a:srgbClr val="FF9F9F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3BAF466-6B90-479C-33C4-A65EB603BCB4}"/>
              </a:ext>
            </a:extLst>
          </p:cNvPr>
          <p:cNvSpPr/>
          <p:nvPr/>
        </p:nvSpPr>
        <p:spPr>
          <a:xfrm>
            <a:off x="4179379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台形 12">
            <a:extLst>
              <a:ext uri="{FF2B5EF4-FFF2-40B4-BE49-F238E27FC236}">
                <a16:creationId xmlns:a16="http://schemas.microsoft.com/office/drawing/2014/main" id="{3772140C-0265-E5A2-A90C-A662E06B300C}"/>
              </a:ext>
            </a:extLst>
          </p:cNvPr>
          <p:cNvSpPr/>
          <p:nvPr/>
        </p:nvSpPr>
        <p:spPr>
          <a:xfrm rot="10800000">
            <a:off x="3949223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852637C-D7EB-95FE-C084-EB7126D2DAA8}"/>
              </a:ext>
            </a:extLst>
          </p:cNvPr>
          <p:cNvSpPr/>
          <p:nvPr/>
        </p:nvSpPr>
        <p:spPr>
          <a:xfrm>
            <a:off x="5624672" y="4987399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月 16">
            <a:extLst>
              <a:ext uri="{FF2B5EF4-FFF2-40B4-BE49-F238E27FC236}">
                <a16:creationId xmlns:a16="http://schemas.microsoft.com/office/drawing/2014/main" id="{5E8F6CBC-2D75-978B-94DB-4776A842C4BA}"/>
              </a:ext>
            </a:extLst>
          </p:cNvPr>
          <p:cNvSpPr/>
          <p:nvPr/>
        </p:nvSpPr>
        <p:spPr>
          <a:xfrm rot="840232">
            <a:off x="6394961" y="4024509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月 17">
            <a:extLst>
              <a:ext uri="{FF2B5EF4-FFF2-40B4-BE49-F238E27FC236}">
                <a16:creationId xmlns:a16="http://schemas.microsoft.com/office/drawing/2014/main" id="{34C3658E-49A7-D6A3-9F09-F412C16FE395}"/>
              </a:ext>
            </a:extLst>
          </p:cNvPr>
          <p:cNvSpPr/>
          <p:nvPr/>
        </p:nvSpPr>
        <p:spPr>
          <a:xfrm rot="9221516">
            <a:off x="5338005" y="4465732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月 18">
            <a:extLst>
              <a:ext uri="{FF2B5EF4-FFF2-40B4-BE49-F238E27FC236}">
                <a16:creationId xmlns:a16="http://schemas.microsoft.com/office/drawing/2014/main" id="{A5EEBE65-E261-10AA-E05C-E4BAA1613D7C}"/>
              </a:ext>
            </a:extLst>
          </p:cNvPr>
          <p:cNvSpPr/>
          <p:nvPr/>
        </p:nvSpPr>
        <p:spPr>
          <a:xfrm rot="21200919">
            <a:off x="5786525" y="3731616"/>
            <a:ext cx="870099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D05E084-596D-C607-6DC8-78F92ACDFCC5}"/>
              </a:ext>
            </a:extLst>
          </p:cNvPr>
          <p:cNvSpPr/>
          <p:nvPr/>
        </p:nvSpPr>
        <p:spPr>
          <a:xfrm>
            <a:off x="5807395" y="5248656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月 20">
            <a:extLst>
              <a:ext uri="{FF2B5EF4-FFF2-40B4-BE49-F238E27FC236}">
                <a16:creationId xmlns:a16="http://schemas.microsoft.com/office/drawing/2014/main" id="{37CBB39E-7678-50EA-03FF-1B5BDE13FBE7}"/>
              </a:ext>
            </a:extLst>
          </p:cNvPr>
          <p:cNvSpPr/>
          <p:nvPr/>
        </p:nvSpPr>
        <p:spPr>
          <a:xfrm rot="840232">
            <a:off x="6471365" y="4285796"/>
            <a:ext cx="432648" cy="1250459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月 21">
            <a:extLst>
              <a:ext uri="{FF2B5EF4-FFF2-40B4-BE49-F238E27FC236}">
                <a16:creationId xmlns:a16="http://schemas.microsoft.com/office/drawing/2014/main" id="{B30986B8-7838-3477-9ABE-883500049EE4}"/>
              </a:ext>
            </a:extLst>
          </p:cNvPr>
          <p:cNvSpPr/>
          <p:nvPr/>
        </p:nvSpPr>
        <p:spPr>
          <a:xfrm rot="9251708">
            <a:off x="5522486" y="4603687"/>
            <a:ext cx="380701" cy="1003186"/>
          </a:xfrm>
          <a:prstGeom prst="moon">
            <a:avLst>
              <a:gd name="adj" fmla="val 74170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月 22">
            <a:extLst>
              <a:ext uri="{FF2B5EF4-FFF2-40B4-BE49-F238E27FC236}">
                <a16:creationId xmlns:a16="http://schemas.microsoft.com/office/drawing/2014/main" id="{51D4837E-0996-B4B0-157D-7C11735AD538}"/>
              </a:ext>
            </a:extLst>
          </p:cNvPr>
          <p:cNvSpPr/>
          <p:nvPr/>
        </p:nvSpPr>
        <p:spPr>
          <a:xfrm rot="21200919">
            <a:off x="5930461" y="3930127"/>
            <a:ext cx="523965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6CD40D8-178D-66A9-DEAB-B22800F0C8B8}"/>
              </a:ext>
            </a:extLst>
          </p:cNvPr>
          <p:cNvSpPr/>
          <p:nvPr/>
        </p:nvSpPr>
        <p:spPr>
          <a:xfrm>
            <a:off x="5834361" y="5166647"/>
            <a:ext cx="894130" cy="647100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FC38650-6208-D128-64CB-683FBA8549B6}"/>
              </a:ext>
            </a:extLst>
          </p:cNvPr>
          <p:cNvSpPr/>
          <p:nvPr/>
        </p:nvSpPr>
        <p:spPr>
          <a:xfrm>
            <a:off x="5793303" y="4807141"/>
            <a:ext cx="808447" cy="796887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月 26">
            <a:extLst>
              <a:ext uri="{FF2B5EF4-FFF2-40B4-BE49-F238E27FC236}">
                <a16:creationId xmlns:a16="http://schemas.microsoft.com/office/drawing/2014/main" id="{D2A38969-E227-BB47-FE0D-B5A0D7BBFF61}"/>
              </a:ext>
            </a:extLst>
          </p:cNvPr>
          <p:cNvSpPr/>
          <p:nvPr/>
        </p:nvSpPr>
        <p:spPr>
          <a:xfrm>
            <a:off x="5784398" y="5329472"/>
            <a:ext cx="319381" cy="528269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月 27">
            <a:extLst>
              <a:ext uri="{FF2B5EF4-FFF2-40B4-BE49-F238E27FC236}">
                <a16:creationId xmlns:a16="http://schemas.microsoft.com/office/drawing/2014/main" id="{6AA652ED-7483-741C-190A-3C00790A9AB1}"/>
              </a:ext>
            </a:extLst>
          </p:cNvPr>
          <p:cNvSpPr/>
          <p:nvPr/>
        </p:nvSpPr>
        <p:spPr>
          <a:xfrm rot="9900000">
            <a:off x="6347042" y="5392680"/>
            <a:ext cx="291609" cy="663795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011FB1C-B701-E262-DB6C-421809590446}"/>
              </a:ext>
            </a:extLst>
          </p:cNvPr>
          <p:cNvSpPr/>
          <p:nvPr/>
        </p:nvSpPr>
        <p:spPr>
          <a:xfrm>
            <a:off x="8409418" y="1542083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月 29">
            <a:extLst>
              <a:ext uri="{FF2B5EF4-FFF2-40B4-BE49-F238E27FC236}">
                <a16:creationId xmlns:a16="http://schemas.microsoft.com/office/drawing/2014/main" id="{A333374A-D511-9879-852A-321EDD741A6D}"/>
              </a:ext>
            </a:extLst>
          </p:cNvPr>
          <p:cNvSpPr/>
          <p:nvPr/>
        </p:nvSpPr>
        <p:spPr>
          <a:xfrm>
            <a:off x="9028352" y="475309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月 30">
            <a:extLst>
              <a:ext uri="{FF2B5EF4-FFF2-40B4-BE49-F238E27FC236}">
                <a16:creationId xmlns:a16="http://schemas.microsoft.com/office/drawing/2014/main" id="{A463A438-AA8D-5597-9B6D-869016E58F9B}"/>
              </a:ext>
            </a:extLst>
          </p:cNvPr>
          <p:cNvSpPr/>
          <p:nvPr/>
        </p:nvSpPr>
        <p:spPr>
          <a:xfrm rot="9865309">
            <a:off x="8244276" y="933280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月 31">
            <a:extLst>
              <a:ext uri="{FF2B5EF4-FFF2-40B4-BE49-F238E27FC236}">
                <a16:creationId xmlns:a16="http://schemas.microsoft.com/office/drawing/2014/main" id="{706BCF0D-B50F-2081-D256-DED20C07365A}"/>
              </a:ext>
            </a:extLst>
          </p:cNvPr>
          <p:cNvSpPr/>
          <p:nvPr/>
        </p:nvSpPr>
        <p:spPr>
          <a:xfrm rot="20593087">
            <a:off x="8597999" y="93836"/>
            <a:ext cx="718457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F2434F9-9608-26A5-9B34-474B93CF5AEE}"/>
              </a:ext>
            </a:extLst>
          </p:cNvPr>
          <p:cNvSpPr/>
          <p:nvPr/>
        </p:nvSpPr>
        <p:spPr>
          <a:xfrm>
            <a:off x="8592141" y="1803340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月 33">
            <a:extLst>
              <a:ext uri="{FF2B5EF4-FFF2-40B4-BE49-F238E27FC236}">
                <a16:creationId xmlns:a16="http://schemas.microsoft.com/office/drawing/2014/main" id="{0A8334CF-FB28-22CF-8DD3-CAD0D4CE9EE1}"/>
              </a:ext>
            </a:extLst>
          </p:cNvPr>
          <p:cNvSpPr/>
          <p:nvPr/>
        </p:nvSpPr>
        <p:spPr>
          <a:xfrm>
            <a:off x="9104756" y="736596"/>
            <a:ext cx="432648" cy="1250459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月 34">
            <a:extLst>
              <a:ext uri="{FF2B5EF4-FFF2-40B4-BE49-F238E27FC236}">
                <a16:creationId xmlns:a16="http://schemas.microsoft.com/office/drawing/2014/main" id="{0F0B963D-ED4C-7E0C-A0A1-2051B51EA003}"/>
              </a:ext>
            </a:extLst>
          </p:cNvPr>
          <p:cNvSpPr/>
          <p:nvPr/>
        </p:nvSpPr>
        <p:spPr>
          <a:xfrm rot="9895501">
            <a:off x="8428757" y="1071235"/>
            <a:ext cx="380701" cy="1003186"/>
          </a:xfrm>
          <a:prstGeom prst="moon">
            <a:avLst>
              <a:gd name="adj" fmla="val 74170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月 35">
            <a:extLst>
              <a:ext uri="{FF2B5EF4-FFF2-40B4-BE49-F238E27FC236}">
                <a16:creationId xmlns:a16="http://schemas.microsoft.com/office/drawing/2014/main" id="{AE12AED9-C48A-99AF-0936-CD363A449C1D}"/>
              </a:ext>
            </a:extLst>
          </p:cNvPr>
          <p:cNvSpPr/>
          <p:nvPr/>
        </p:nvSpPr>
        <p:spPr>
          <a:xfrm rot="20593087">
            <a:off x="8738672" y="356851"/>
            <a:ext cx="432648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57C7EDE-EE32-5565-320F-D39AA51DEBCC}"/>
              </a:ext>
            </a:extLst>
          </p:cNvPr>
          <p:cNvSpPr/>
          <p:nvPr/>
        </p:nvSpPr>
        <p:spPr>
          <a:xfrm>
            <a:off x="8619107" y="1721331"/>
            <a:ext cx="894130" cy="647100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3432CC6-D7B9-20DF-F982-9366C6998B29}"/>
              </a:ext>
            </a:extLst>
          </p:cNvPr>
          <p:cNvSpPr/>
          <p:nvPr/>
        </p:nvSpPr>
        <p:spPr>
          <a:xfrm>
            <a:off x="8578049" y="1361825"/>
            <a:ext cx="808447" cy="796887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月 38">
            <a:extLst>
              <a:ext uri="{FF2B5EF4-FFF2-40B4-BE49-F238E27FC236}">
                <a16:creationId xmlns:a16="http://schemas.microsoft.com/office/drawing/2014/main" id="{98E2F0BE-AC9F-0242-C205-520ACC45754C}"/>
              </a:ext>
            </a:extLst>
          </p:cNvPr>
          <p:cNvSpPr/>
          <p:nvPr/>
        </p:nvSpPr>
        <p:spPr>
          <a:xfrm>
            <a:off x="8569144" y="1884156"/>
            <a:ext cx="319381" cy="528269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月 39">
            <a:extLst>
              <a:ext uri="{FF2B5EF4-FFF2-40B4-BE49-F238E27FC236}">
                <a16:creationId xmlns:a16="http://schemas.microsoft.com/office/drawing/2014/main" id="{26EA1902-6718-8F6C-E084-F25B2234DC4B}"/>
              </a:ext>
            </a:extLst>
          </p:cNvPr>
          <p:cNvSpPr/>
          <p:nvPr/>
        </p:nvSpPr>
        <p:spPr>
          <a:xfrm rot="9900000">
            <a:off x="9131788" y="1947364"/>
            <a:ext cx="291609" cy="663795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EAF99A4C-D884-B580-40F8-7D92EEB0940B}"/>
              </a:ext>
            </a:extLst>
          </p:cNvPr>
          <p:cNvSpPr/>
          <p:nvPr/>
        </p:nvSpPr>
        <p:spPr>
          <a:xfrm>
            <a:off x="8170439" y="4987400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月 41">
            <a:extLst>
              <a:ext uri="{FF2B5EF4-FFF2-40B4-BE49-F238E27FC236}">
                <a16:creationId xmlns:a16="http://schemas.microsoft.com/office/drawing/2014/main" id="{D5C54908-F5C2-37AE-CACC-4495C2AD56B7}"/>
              </a:ext>
            </a:extLst>
          </p:cNvPr>
          <p:cNvSpPr/>
          <p:nvPr/>
        </p:nvSpPr>
        <p:spPr>
          <a:xfrm rot="1993613">
            <a:off x="8959891" y="3872985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月 42">
            <a:extLst>
              <a:ext uri="{FF2B5EF4-FFF2-40B4-BE49-F238E27FC236}">
                <a16:creationId xmlns:a16="http://schemas.microsoft.com/office/drawing/2014/main" id="{D0A73970-3555-6DD2-AD20-DBABD89102DA}"/>
              </a:ext>
            </a:extLst>
          </p:cNvPr>
          <p:cNvSpPr/>
          <p:nvPr/>
        </p:nvSpPr>
        <p:spPr>
          <a:xfrm rot="7620582">
            <a:off x="7766407" y="4335345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月 43">
            <a:extLst>
              <a:ext uri="{FF2B5EF4-FFF2-40B4-BE49-F238E27FC236}">
                <a16:creationId xmlns:a16="http://schemas.microsoft.com/office/drawing/2014/main" id="{D4033F5E-E2D0-E1AB-874E-036C79DA95AD}"/>
              </a:ext>
            </a:extLst>
          </p:cNvPr>
          <p:cNvSpPr/>
          <p:nvPr/>
        </p:nvSpPr>
        <p:spPr>
          <a:xfrm rot="21200919">
            <a:off x="8275942" y="3440308"/>
            <a:ext cx="870099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6AD2507E-50A5-A390-BA9C-05070A40961D}"/>
              </a:ext>
            </a:extLst>
          </p:cNvPr>
          <p:cNvSpPr/>
          <p:nvPr/>
        </p:nvSpPr>
        <p:spPr>
          <a:xfrm>
            <a:off x="8353162" y="5248657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4731D2-6014-290B-1B73-A3DFC68585F0}"/>
              </a:ext>
            </a:extLst>
          </p:cNvPr>
          <p:cNvSpPr/>
          <p:nvPr/>
        </p:nvSpPr>
        <p:spPr>
          <a:xfrm>
            <a:off x="8286543" y="5019518"/>
            <a:ext cx="1123801" cy="898214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月 52">
            <a:extLst>
              <a:ext uri="{FF2B5EF4-FFF2-40B4-BE49-F238E27FC236}">
                <a16:creationId xmlns:a16="http://schemas.microsoft.com/office/drawing/2014/main" id="{2D9F3597-F703-9D52-682A-9C9E0967F19B}"/>
              </a:ext>
            </a:extLst>
          </p:cNvPr>
          <p:cNvSpPr/>
          <p:nvPr/>
        </p:nvSpPr>
        <p:spPr>
          <a:xfrm rot="5820425">
            <a:off x="7818616" y="4832685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月 54">
            <a:extLst>
              <a:ext uri="{FF2B5EF4-FFF2-40B4-BE49-F238E27FC236}">
                <a16:creationId xmlns:a16="http://schemas.microsoft.com/office/drawing/2014/main" id="{55414ADB-CAFA-06CC-EDB5-B56740B5266B}"/>
              </a:ext>
            </a:extLst>
          </p:cNvPr>
          <p:cNvSpPr/>
          <p:nvPr/>
        </p:nvSpPr>
        <p:spPr>
          <a:xfrm>
            <a:off x="7995666" y="4313587"/>
            <a:ext cx="648413" cy="721282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39ED99E8-DEC2-50A6-AECD-CD947D4A2DA7}"/>
              </a:ext>
            </a:extLst>
          </p:cNvPr>
          <p:cNvSpPr/>
          <p:nvPr/>
        </p:nvSpPr>
        <p:spPr>
          <a:xfrm>
            <a:off x="10555016" y="4701972"/>
            <a:ext cx="1380931" cy="1380931"/>
          </a:xfrm>
          <a:prstGeom prst="ellipse">
            <a:avLst/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月 56">
            <a:extLst>
              <a:ext uri="{FF2B5EF4-FFF2-40B4-BE49-F238E27FC236}">
                <a16:creationId xmlns:a16="http://schemas.microsoft.com/office/drawing/2014/main" id="{6EE25301-050A-329D-591D-9F458C087D7E}"/>
              </a:ext>
            </a:extLst>
          </p:cNvPr>
          <p:cNvSpPr/>
          <p:nvPr/>
        </p:nvSpPr>
        <p:spPr>
          <a:xfrm rot="1993613">
            <a:off x="11219351" y="4355076"/>
            <a:ext cx="718457" cy="1247854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8" name="月 57">
            <a:extLst>
              <a:ext uri="{FF2B5EF4-FFF2-40B4-BE49-F238E27FC236}">
                <a16:creationId xmlns:a16="http://schemas.microsoft.com/office/drawing/2014/main" id="{E786C05C-BAD9-643E-2B38-52B5EFE13BA0}"/>
              </a:ext>
            </a:extLst>
          </p:cNvPr>
          <p:cNvSpPr/>
          <p:nvPr/>
        </p:nvSpPr>
        <p:spPr>
          <a:xfrm rot="7620582">
            <a:off x="10422426" y="3792163"/>
            <a:ext cx="632192" cy="2039125"/>
          </a:xfrm>
          <a:prstGeom prst="moon">
            <a:avLst>
              <a:gd name="adj" fmla="val 74170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月 58">
            <a:extLst>
              <a:ext uri="{FF2B5EF4-FFF2-40B4-BE49-F238E27FC236}">
                <a16:creationId xmlns:a16="http://schemas.microsoft.com/office/drawing/2014/main" id="{C8B83BB1-11A9-7965-B4D5-F9F949C59AAE}"/>
              </a:ext>
            </a:extLst>
          </p:cNvPr>
          <p:cNvSpPr/>
          <p:nvPr/>
        </p:nvSpPr>
        <p:spPr>
          <a:xfrm rot="21200919">
            <a:off x="10756436" y="3839444"/>
            <a:ext cx="870099" cy="1206263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月 61">
            <a:extLst>
              <a:ext uri="{FF2B5EF4-FFF2-40B4-BE49-F238E27FC236}">
                <a16:creationId xmlns:a16="http://schemas.microsoft.com/office/drawing/2014/main" id="{62BFD284-A0B8-2D67-016C-AAA5BEDE3ECA}"/>
              </a:ext>
            </a:extLst>
          </p:cNvPr>
          <p:cNvSpPr/>
          <p:nvPr/>
        </p:nvSpPr>
        <p:spPr>
          <a:xfrm rot="5820425">
            <a:off x="10390841" y="4995226"/>
            <a:ext cx="632192" cy="1217605"/>
          </a:xfrm>
          <a:prstGeom prst="moon">
            <a:avLst>
              <a:gd name="adj" fmla="val 74170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月 62">
            <a:extLst>
              <a:ext uri="{FF2B5EF4-FFF2-40B4-BE49-F238E27FC236}">
                <a16:creationId xmlns:a16="http://schemas.microsoft.com/office/drawing/2014/main" id="{176FBB5E-5BA8-4C53-DEB7-6611BC6A9CB7}"/>
              </a:ext>
            </a:extLst>
          </p:cNvPr>
          <p:cNvSpPr/>
          <p:nvPr/>
        </p:nvSpPr>
        <p:spPr>
          <a:xfrm rot="1387773">
            <a:off x="10270736" y="4809614"/>
            <a:ext cx="918023" cy="721282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月 14">
            <a:extLst>
              <a:ext uri="{FF2B5EF4-FFF2-40B4-BE49-F238E27FC236}">
                <a16:creationId xmlns:a16="http://schemas.microsoft.com/office/drawing/2014/main" id="{241F9B3D-B1C4-EE93-ADC8-7CB839DCB032}"/>
              </a:ext>
            </a:extLst>
          </p:cNvPr>
          <p:cNvSpPr/>
          <p:nvPr/>
        </p:nvSpPr>
        <p:spPr>
          <a:xfrm rot="21200919">
            <a:off x="8443619" y="3619193"/>
            <a:ext cx="523965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月 15">
            <a:extLst>
              <a:ext uri="{FF2B5EF4-FFF2-40B4-BE49-F238E27FC236}">
                <a16:creationId xmlns:a16="http://schemas.microsoft.com/office/drawing/2014/main" id="{39442825-EF09-00D0-EF91-831A1F59716B}"/>
              </a:ext>
            </a:extLst>
          </p:cNvPr>
          <p:cNvSpPr/>
          <p:nvPr/>
        </p:nvSpPr>
        <p:spPr>
          <a:xfrm rot="2058898">
            <a:off x="9104210" y="4076092"/>
            <a:ext cx="336051" cy="1110013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月 23">
            <a:extLst>
              <a:ext uri="{FF2B5EF4-FFF2-40B4-BE49-F238E27FC236}">
                <a16:creationId xmlns:a16="http://schemas.microsoft.com/office/drawing/2014/main" id="{3685C546-090C-ACC5-24E1-6CDD09725EF3}"/>
              </a:ext>
            </a:extLst>
          </p:cNvPr>
          <p:cNvSpPr/>
          <p:nvPr/>
        </p:nvSpPr>
        <p:spPr>
          <a:xfrm rot="7655810">
            <a:off x="7915796" y="4450996"/>
            <a:ext cx="351471" cy="962262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月 45">
            <a:extLst>
              <a:ext uri="{FF2B5EF4-FFF2-40B4-BE49-F238E27FC236}">
                <a16:creationId xmlns:a16="http://schemas.microsoft.com/office/drawing/2014/main" id="{26CBD9D9-14D2-DED6-54C6-9E4CE4158809}"/>
              </a:ext>
            </a:extLst>
          </p:cNvPr>
          <p:cNvSpPr/>
          <p:nvPr/>
        </p:nvSpPr>
        <p:spPr>
          <a:xfrm rot="5887152">
            <a:off x="7973132" y="4927442"/>
            <a:ext cx="351471" cy="962262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19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E1A21AE-750E-91C6-A03E-891507C8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67" y="856266"/>
            <a:ext cx="1717837" cy="1717837"/>
          </a:xfrm>
          <a:prstGeom prst="rect">
            <a:avLst/>
          </a:prstGeom>
        </p:spPr>
      </p:pic>
      <p:sp>
        <p:nvSpPr>
          <p:cNvPr id="2" name="月 1">
            <a:extLst>
              <a:ext uri="{FF2B5EF4-FFF2-40B4-BE49-F238E27FC236}">
                <a16:creationId xmlns:a16="http://schemas.microsoft.com/office/drawing/2014/main" id="{D1B5EAF8-071B-85B9-D99C-6F6A5BE24C4D}"/>
              </a:ext>
            </a:extLst>
          </p:cNvPr>
          <p:cNvSpPr/>
          <p:nvPr/>
        </p:nvSpPr>
        <p:spPr>
          <a:xfrm rot="19336359">
            <a:off x="501340" y="1297329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月 3">
            <a:extLst>
              <a:ext uri="{FF2B5EF4-FFF2-40B4-BE49-F238E27FC236}">
                <a16:creationId xmlns:a16="http://schemas.microsoft.com/office/drawing/2014/main" id="{D4E6B94A-B370-AA93-4F1B-D3696B70BA8D}"/>
              </a:ext>
            </a:extLst>
          </p:cNvPr>
          <p:cNvSpPr/>
          <p:nvPr/>
        </p:nvSpPr>
        <p:spPr>
          <a:xfrm rot="11970399">
            <a:off x="3077839" y="1334499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月 4">
            <a:extLst>
              <a:ext uri="{FF2B5EF4-FFF2-40B4-BE49-F238E27FC236}">
                <a16:creationId xmlns:a16="http://schemas.microsoft.com/office/drawing/2014/main" id="{113EC19D-04A9-FE40-5E12-018F1C455179}"/>
              </a:ext>
            </a:extLst>
          </p:cNvPr>
          <p:cNvSpPr/>
          <p:nvPr/>
        </p:nvSpPr>
        <p:spPr>
          <a:xfrm rot="4081928">
            <a:off x="1377349" y="-290731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月 5">
            <a:extLst>
              <a:ext uri="{FF2B5EF4-FFF2-40B4-BE49-F238E27FC236}">
                <a16:creationId xmlns:a16="http://schemas.microsoft.com/office/drawing/2014/main" id="{4C497BFD-6CC5-7C5B-0CE1-D3C61235B06F}"/>
              </a:ext>
            </a:extLst>
          </p:cNvPr>
          <p:cNvSpPr/>
          <p:nvPr/>
        </p:nvSpPr>
        <p:spPr>
          <a:xfrm rot="14761219">
            <a:off x="1803007" y="1646391"/>
            <a:ext cx="356970" cy="1365093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月 6">
            <a:extLst>
              <a:ext uri="{FF2B5EF4-FFF2-40B4-BE49-F238E27FC236}">
                <a16:creationId xmlns:a16="http://schemas.microsoft.com/office/drawing/2014/main" id="{0C1388AF-F4EA-592B-5B09-4F6FFD9CFF05}"/>
              </a:ext>
            </a:extLst>
          </p:cNvPr>
          <p:cNvSpPr/>
          <p:nvPr/>
        </p:nvSpPr>
        <p:spPr>
          <a:xfrm rot="15311318">
            <a:off x="1558885" y="2300465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月 7">
            <a:extLst>
              <a:ext uri="{FF2B5EF4-FFF2-40B4-BE49-F238E27FC236}">
                <a16:creationId xmlns:a16="http://schemas.microsoft.com/office/drawing/2014/main" id="{7EA8CD24-AF63-B2C2-847B-B803362A12DB}"/>
              </a:ext>
            </a:extLst>
          </p:cNvPr>
          <p:cNvSpPr/>
          <p:nvPr/>
        </p:nvSpPr>
        <p:spPr>
          <a:xfrm rot="8921401">
            <a:off x="2509905" y="559347"/>
            <a:ext cx="522810" cy="959888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6197F02-B29C-E8E2-7AB8-A225269C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81" y="856266"/>
            <a:ext cx="1717837" cy="1717837"/>
          </a:xfrm>
          <a:prstGeom prst="rect">
            <a:avLst/>
          </a:prstGeom>
        </p:spPr>
      </p:pic>
      <p:sp>
        <p:nvSpPr>
          <p:cNvPr id="10" name="月 9">
            <a:extLst>
              <a:ext uri="{FF2B5EF4-FFF2-40B4-BE49-F238E27FC236}">
                <a16:creationId xmlns:a16="http://schemas.microsoft.com/office/drawing/2014/main" id="{91DFFE85-69DF-4E25-36CC-7E5A89E4A3A7}"/>
              </a:ext>
            </a:extLst>
          </p:cNvPr>
          <p:cNvSpPr/>
          <p:nvPr/>
        </p:nvSpPr>
        <p:spPr>
          <a:xfrm rot="15774727">
            <a:off x="5857434" y="185558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月 10">
            <a:extLst>
              <a:ext uri="{FF2B5EF4-FFF2-40B4-BE49-F238E27FC236}">
                <a16:creationId xmlns:a16="http://schemas.microsoft.com/office/drawing/2014/main" id="{733CCC4F-3E2B-0144-7854-6836FA268723}"/>
              </a:ext>
            </a:extLst>
          </p:cNvPr>
          <p:cNvSpPr/>
          <p:nvPr/>
        </p:nvSpPr>
        <p:spPr>
          <a:xfrm rot="8550132">
            <a:off x="7231915" y="228732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月 11">
            <a:extLst>
              <a:ext uri="{FF2B5EF4-FFF2-40B4-BE49-F238E27FC236}">
                <a16:creationId xmlns:a16="http://schemas.microsoft.com/office/drawing/2014/main" id="{FA41B35C-6AB4-1C43-C0B5-C602DBC9C97D}"/>
              </a:ext>
            </a:extLst>
          </p:cNvPr>
          <p:cNvSpPr/>
          <p:nvPr/>
        </p:nvSpPr>
        <p:spPr>
          <a:xfrm rot="661661">
            <a:off x="4939548" y="438885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月 12">
            <a:extLst>
              <a:ext uri="{FF2B5EF4-FFF2-40B4-BE49-F238E27FC236}">
                <a16:creationId xmlns:a16="http://schemas.microsoft.com/office/drawing/2014/main" id="{9BA3B6BA-80ED-A3B5-340F-2C734FBC7C8B}"/>
              </a:ext>
            </a:extLst>
          </p:cNvPr>
          <p:cNvSpPr/>
          <p:nvPr/>
        </p:nvSpPr>
        <p:spPr>
          <a:xfrm rot="11396185">
            <a:off x="6911198" y="1539759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月 13">
            <a:extLst>
              <a:ext uri="{FF2B5EF4-FFF2-40B4-BE49-F238E27FC236}">
                <a16:creationId xmlns:a16="http://schemas.microsoft.com/office/drawing/2014/main" id="{B1C44AE6-EA8B-BB1A-EB56-7D1B32A186A9}"/>
              </a:ext>
            </a:extLst>
          </p:cNvPr>
          <p:cNvSpPr/>
          <p:nvPr/>
        </p:nvSpPr>
        <p:spPr>
          <a:xfrm rot="19012171">
            <a:off x="4928213" y="2075644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月 14">
            <a:extLst>
              <a:ext uri="{FF2B5EF4-FFF2-40B4-BE49-F238E27FC236}">
                <a16:creationId xmlns:a16="http://schemas.microsoft.com/office/drawing/2014/main" id="{D7C13187-15DC-A565-825D-0E0ABC18B40D}"/>
              </a:ext>
            </a:extLst>
          </p:cNvPr>
          <p:cNvSpPr/>
          <p:nvPr/>
        </p:nvSpPr>
        <p:spPr>
          <a:xfrm rot="4552234">
            <a:off x="5706351" y="139148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月 15">
            <a:extLst>
              <a:ext uri="{FF2B5EF4-FFF2-40B4-BE49-F238E27FC236}">
                <a16:creationId xmlns:a16="http://schemas.microsoft.com/office/drawing/2014/main" id="{72D779A7-0F26-6EA4-EB7C-A1A461CE8FDF}"/>
              </a:ext>
            </a:extLst>
          </p:cNvPr>
          <p:cNvSpPr/>
          <p:nvPr/>
        </p:nvSpPr>
        <p:spPr>
          <a:xfrm rot="14888620">
            <a:off x="6824654" y="2165753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B36E4DFB-D46F-653B-B1C8-DAAEC54D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955" y="856266"/>
            <a:ext cx="1717837" cy="1717837"/>
          </a:xfrm>
          <a:prstGeom prst="rect">
            <a:avLst/>
          </a:prstGeom>
        </p:spPr>
      </p:pic>
      <p:sp>
        <p:nvSpPr>
          <p:cNvPr id="18" name="月 17">
            <a:extLst>
              <a:ext uri="{FF2B5EF4-FFF2-40B4-BE49-F238E27FC236}">
                <a16:creationId xmlns:a16="http://schemas.microsoft.com/office/drawing/2014/main" id="{2EDE677C-79BE-DFB7-EC1A-22CF6B958801}"/>
              </a:ext>
            </a:extLst>
          </p:cNvPr>
          <p:cNvSpPr/>
          <p:nvPr/>
        </p:nvSpPr>
        <p:spPr>
          <a:xfrm rot="13686003">
            <a:off x="10518708" y="2097690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月 18">
            <a:extLst>
              <a:ext uri="{FF2B5EF4-FFF2-40B4-BE49-F238E27FC236}">
                <a16:creationId xmlns:a16="http://schemas.microsoft.com/office/drawing/2014/main" id="{5A730A5B-D1D3-6644-EDCA-541ABBB9645F}"/>
              </a:ext>
            </a:extLst>
          </p:cNvPr>
          <p:cNvSpPr/>
          <p:nvPr/>
        </p:nvSpPr>
        <p:spPr>
          <a:xfrm rot="6461408">
            <a:off x="10303760" y="106861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月 19">
            <a:extLst>
              <a:ext uri="{FF2B5EF4-FFF2-40B4-BE49-F238E27FC236}">
                <a16:creationId xmlns:a16="http://schemas.microsoft.com/office/drawing/2014/main" id="{EF834872-9833-00F1-B2C4-B46F350D262C}"/>
              </a:ext>
            </a:extLst>
          </p:cNvPr>
          <p:cNvSpPr/>
          <p:nvPr/>
        </p:nvSpPr>
        <p:spPr>
          <a:xfrm rot="20172937">
            <a:off x="8683122" y="1106692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月 20">
            <a:extLst>
              <a:ext uri="{FF2B5EF4-FFF2-40B4-BE49-F238E27FC236}">
                <a16:creationId xmlns:a16="http://schemas.microsoft.com/office/drawing/2014/main" id="{811CDE74-892B-3828-3C66-2926AD479974}"/>
              </a:ext>
            </a:extLst>
          </p:cNvPr>
          <p:cNvSpPr/>
          <p:nvPr/>
        </p:nvSpPr>
        <p:spPr>
          <a:xfrm rot="9307461">
            <a:off x="11600094" y="305719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月 21">
            <a:extLst>
              <a:ext uri="{FF2B5EF4-FFF2-40B4-BE49-F238E27FC236}">
                <a16:creationId xmlns:a16="http://schemas.microsoft.com/office/drawing/2014/main" id="{4424A112-CC24-2222-4E1C-E48854E2400F}"/>
              </a:ext>
            </a:extLst>
          </p:cNvPr>
          <p:cNvSpPr/>
          <p:nvPr/>
        </p:nvSpPr>
        <p:spPr>
          <a:xfrm rot="16923447">
            <a:off x="9802370" y="2650239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月 22">
            <a:extLst>
              <a:ext uri="{FF2B5EF4-FFF2-40B4-BE49-F238E27FC236}">
                <a16:creationId xmlns:a16="http://schemas.microsoft.com/office/drawing/2014/main" id="{1067AA32-9D3C-7E98-6AE5-BDAA73B7C64E}"/>
              </a:ext>
            </a:extLst>
          </p:cNvPr>
          <p:cNvSpPr/>
          <p:nvPr/>
        </p:nvSpPr>
        <p:spPr>
          <a:xfrm rot="2463510">
            <a:off x="9221741" y="-64240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月 23">
            <a:extLst>
              <a:ext uri="{FF2B5EF4-FFF2-40B4-BE49-F238E27FC236}">
                <a16:creationId xmlns:a16="http://schemas.microsoft.com/office/drawing/2014/main" id="{684123CD-C6A9-A5BE-DA6E-59CFA295F21C}"/>
              </a:ext>
            </a:extLst>
          </p:cNvPr>
          <p:cNvSpPr/>
          <p:nvPr/>
        </p:nvSpPr>
        <p:spPr>
          <a:xfrm rot="12799896">
            <a:off x="11348246" y="1763488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4BBFDE00-A00F-F300-2C0C-DFFA14B0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17" y="4517462"/>
            <a:ext cx="1717837" cy="1717837"/>
          </a:xfrm>
          <a:prstGeom prst="rect">
            <a:avLst/>
          </a:prstGeom>
        </p:spPr>
      </p:pic>
      <p:sp>
        <p:nvSpPr>
          <p:cNvPr id="26" name="月 25">
            <a:extLst>
              <a:ext uri="{FF2B5EF4-FFF2-40B4-BE49-F238E27FC236}">
                <a16:creationId xmlns:a16="http://schemas.microsoft.com/office/drawing/2014/main" id="{1C7B70BB-BFBF-AEC1-FC60-26C0ADC5AEDB}"/>
              </a:ext>
            </a:extLst>
          </p:cNvPr>
          <p:cNvSpPr/>
          <p:nvPr/>
        </p:nvSpPr>
        <p:spPr>
          <a:xfrm rot="10621649">
            <a:off x="3171841" y="541976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月 26">
            <a:extLst>
              <a:ext uri="{FF2B5EF4-FFF2-40B4-BE49-F238E27FC236}">
                <a16:creationId xmlns:a16="http://schemas.microsoft.com/office/drawing/2014/main" id="{1057A0CB-1925-B81D-9D37-1C3D929B80C2}"/>
              </a:ext>
            </a:extLst>
          </p:cNvPr>
          <p:cNvSpPr/>
          <p:nvPr/>
        </p:nvSpPr>
        <p:spPr>
          <a:xfrm rot="3397054">
            <a:off x="177436" y="3778012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月 27">
            <a:extLst>
              <a:ext uri="{FF2B5EF4-FFF2-40B4-BE49-F238E27FC236}">
                <a16:creationId xmlns:a16="http://schemas.microsoft.com/office/drawing/2014/main" id="{2241CD45-84BE-0833-7509-C84E8C863C37}"/>
              </a:ext>
            </a:extLst>
          </p:cNvPr>
          <p:cNvSpPr/>
          <p:nvPr/>
        </p:nvSpPr>
        <p:spPr>
          <a:xfrm rot="17108583">
            <a:off x="879164" y="6072659"/>
            <a:ext cx="522810" cy="1520715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月 28">
            <a:extLst>
              <a:ext uri="{FF2B5EF4-FFF2-40B4-BE49-F238E27FC236}">
                <a16:creationId xmlns:a16="http://schemas.microsoft.com/office/drawing/2014/main" id="{2873D162-DDFE-13A7-9D08-748A4E9F557B}"/>
              </a:ext>
            </a:extLst>
          </p:cNvPr>
          <p:cNvSpPr/>
          <p:nvPr/>
        </p:nvSpPr>
        <p:spPr>
          <a:xfrm rot="6243107">
            <a:off x="2844700" y="3127094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月 29">
            <a:extLst>
              <a:ext uri="{FF2B5EF4-FFF2-40B4-BE49-F238E27FC236}">
                <a16:creationId xmlns:a16="http://schemas.microsoft.com/office/drawing/2014/main" id="{CFAF92AB-FC24-61B3-659B-37BC94F8C427}"/>
              </a:ext>
            </a:extLst>
          </p:cNvPr>
          <p:cNvSpPr/>
          <p:nvPr/>
        </p:nvSpPr>
        <p:spPr>
          <a:xfrm rot="13859093">
            <a:off x="2184125" y="5413499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月 30">
            <a:extLst>
              <a:ext uri="{FF2B5EF4-FFF2-40B4-BE49-F238E27FC236}">
                <a16:creationId xmlns:a16="http://schemas.microsoft.com/office/drawing/2014/main" id="{FC8DA964-B545-58BF-330B-19CCF8DE9E22}"/>
              </a:ext>
            </a:extLst>
          </p:cNvPr>
          <p:cNvSpPr/>
          <p:nvPr/>
        </p:nvSpPr>
        <p:spPr>
          <a:xfrm rot="20999156">
            <a:off x="-26570" y="5100535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月 31">
            <a:extLst>
              <a:ext uri="{FF2B5EF4-FFF2-40B4-BE49-F238E27FC236}">
                <a16:creationId xmlns:a16="http://schemas.microsoft.com/office/drawing/2014/main" id="{781E71FD-E594-A0D2-3D68-1688E9FDD53A}"/>
              </a:ext>
            </a:extLst>
          </p:cNvPr>
          <p:cNvSpPr/>
          <p:nvPr/>
        </p:nvSpPr>
        <p:spPr>
          <a:xfrm rot="5945364">
            <a:off x="1913463" y="3261665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月 32">
            <a:extLst>
              <a:ext uri="{FF2B5EF4-FFF2-40B4-BE49-F238E27FC236}">
                <a16:creationId xmlns:a16="http://schemas.microsoft.com/office/drawing/2014/main" id="{65B96F9E-7D55-D736-7C3D-CF7B0D25BE6C}"/>
              </a:ext>
            </a:extLst>
          </p:cNvPr>
          <p:cNvSpPr/>
          <p:nvPr/>
        </p:nvSpPr>
        <p:spPr>
          <a:xfrm rot="20230638">
            <a:off x="765525" y="5237973"/>
            <a:ext cx="581599" cy="1363742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月 33">
            <a:extLst>
              <a:ext uri="{FF2B5EF4-FFF2-40B4-BE49-F238E27FC236}">
                <a16:creationId xmlns:a16="http://schemas.microsoft.com/office/drawing/2014/main" id="{B965F0A2-719A-0BE1-AC4F-F65849885295}"/>
              </a:ext>
            </a:extLst>
          </p:cNvPr>
          <p:cNvSpPr/>
          <p:nvPr/>
        </p:nvSpPr>
        <p:spPr>
          <a:xfrm rot="12651657">
            <a:off x="2412228" y="6277947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月 34">
            <a:extLst>
              <a:ext uri="{FF2B5EF4-FFF2-40B4-BE49-F238E27FC236}">
                <a16:creationId xmlns:a16="http://schemas.microsoft.com/office/drawing/2014/main" id="{6FAF9D0E-C6AE-5B19-64FD-674B23F90442}"/>
              </a:ext>
            </a:extLst>
          </p:cNvPr>
          <p:cNvSpPr/>
          <p:nvPr/>
        </p:nvSpPr>
        <p:spPr>
          <a:xfrm rot="9735542">
            <a:off x="3738618" y="4291960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8350EB29-8FE4-8068-62E3-AB261EFF7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81" y="4683611"/>
            <a:ext cx="1717837" cy="1717837"/>
          </a:xfrm>
          <a:prstGeom prst="rect">
            <a:avLst/>
          </a:prstGeom>
        </p:spPr>
      </p:pic>
      <p:sp>
        <p:nvSpPr>
          <p:cNvPr id="37" name="月 36">
            <a:extLst>
              <a:ext uri="{FF2B5EF4-FFF2-40B4-BE49-F238E27FC236}">
                <a16:creationId xmlns:a16="http://schemas.microsoft.com/office/drawing/2014/main" id="{148FBA0D-9CB0-C94B-7472-869085A132B0}"/>
              </a:ext>
            </a:extLst>
          </p:cNvPr>
          <p:cNvSpPr/>
          <p:nvPr/>
        </p:nvSpPr>
        <p:spPr>
          <a:xfrm rot="4500000">
            <a:off x="6831538" y="3849343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月 37">
            <a:extLst>
              <a:ext uri="{FF2B5EF4-FFF2-40B4-BE49-F238E27FC236}">
                <a16:creationId xmlns:a16="http://schemas.microsoft.com/office/drawing/2014/main" id="{296962B4-DA30-9092-E473-ACDD3785D176}"/>
              </a:ext>
            </a:extLst>
          </p:cNvPr>
          <p:cNvSpPr/>
          <p:nvPr/>
        </p:nvSpPr>
        <p:spPr>
          <a:xfrm rot="18875405">
            <a:off x="5870220" y="564955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月 38">
            <a:extLst>
              <a:ext uri="{FF2B5EF4-FFF2-40B4-BE49-F238E27FC236}">
                <a16:creationId xmlns:a16="http://schemas.microsoft.com/office/drawing/2014/main" id="{D3A089E2-2D8E-8211-A040-3755AAD3B2CB}"/>
              </a:ext>
            </a:extLst>
          </p:cNvPr>
          <p:cNvSpPr/>
          <p:nvPr/>
        </p:nvSpPr>
        <p:spPr>
          <a:xfrm rot="10986934">
            <a:off x="8351118" y="4975229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月 39">
            <a:extLst>
              <a:ext uri="{FF2B5EF4-FFF2-40B4-BE49-F238E27FC236}">
                <a16:creationId xmlns:a16="http://schemas.microsoft.com/office/drawing/2014/main" id="{4331CF43-ECC6-D741-5B09-7C32E2770D0C}"/>
              </a:ext>
            </a:extLst>
          </p:cNvPr>
          <p:cNvSpPr/>
          <p:nvPr/>
        </p:nvSpPr>
        <p:spPr>
          <a:xfrm rot="121458">
            <a:off x="5056640" y="4563520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月 40">
            <a:extLst>
              <a:ext uri="{FF2B5EF4-FFF2-40B4-BE49-F238E27FC236}">
                <a16:creationId xmlns:a16="http://schemas.microsoft.com/office/drawing/2014/main" id="{F056F9BE-D9A3-48AC-7E97-62C828381F6A}"/>
              </a:ext>
            </a:extLst>
          </p:cNvPr>
          <p:cNvSpPr/>
          <p:nvPr/>
        </p:nvSpPr>
        <p:spPr>
          <a:xfrm rot="7737444">
            <a:off x="8000464" y="3444044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月 41">
            <a:extLst>
              <a:ext uri="{FF2B5EF4-FFF2-40B4-BE49-F238E27FC236}">
                <a16:creationId xmlns:a16="http://schemas.microsoft.com/office/drawing/2014/main" id="{9F1A7351-55D3-2594-341D-388ECF5E06D3}"/>
              </a:ext>
            </a:extLst>
          </p:cNvPr>
          <p:cNvSpPr/>
          <p:nvPr/>
        </p:nvSpPr>
        <p:spPr>
          <a:xfrm rot="14877507">
            <a:off x="7308032" y="6457680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月 42">
            <a:extLst>
              <a:ext uri="{FF2B5EF4-FFF2-40B4-BE49-F238E27FC236}">
                <a16:creationId xmlns:a16="http://schemas.microsoft.com/office/drawing/2014/main" id="{08540F4C-66EB-2678-7589-50BAF981641E}"/>
              </a:ext>
            </a:extLst>
          </p:cNvPr>
          <p:cNvSpPr/>
          <p:nvPr/>
        </p:nvSpPr>
        <p:spPr>
          <a:xfrm rot="3613893">
            <a:off x="6093905" y="3231063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916B4F0C-63C5-01BE-F2C2-17CF00B3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806" y="4744967"/>
            <a:ext cx="1717837" cy="1717837"/>
          </a:xfrm>
          <a:prstGeom prst="rect">
            <a:avLst/>
          </a:prstGeom>
        </p:spPr>
      </p:pic>
      <p:sp>
        <p:nvSpPr>
          <p:cNvPr id="45" name="月 44">
            <a:extLst>
              <a:ext uri="{FF2B5EF4-FFF2-40B4-BE49-F238E27FC236}">
                <a16:creationId xmlns:a16="http://schemas.microsoft.com/office/drawing/2014/main" id="{A263F15E-444A-3793-4472-D2D5001764A0}"/>
              </a:ext>
            </a:extLst>
          </p:cNvPr>
          <p:cNvSpPr/>
          <p:nvPr/>
        </p:nvSpPr>
        <p:spPr>
          <a:xfrm rot="14016682">
            <a:off x="12145548" y="6017858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月 45">
            <a:extLst>
              <a:ext uri="{FF2B5EF4-FFF2-40B4-BE49-F238E27FC236}">
                <a16:creationId xmlns:a16="http://schemas.microsoft.com/office/drawing/2014/main" id="{D81AE1A7-9A76-7223-5D66-C10504B7245F}"/>
              </a:ext>
            </a:extLst>
          </p:cNvPr>
          <p:cNvSpPr/>
          <p:nvPr/>
        </p:nvSpPr>
        <p:spPr>
          <a:xfrm rot="6650722">
            <a:off x="12249388" y="3655357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月 46">
            <a:extLst>
              <a:ext uri="{FF2B5EF4-FFF2-40B4-BE49-F238E27FC236}">
                <a16:creationId xmlns:a16="http://schemas.microsoft.com/office/drawing/2014/main" id="{BC0BEF9B-33B2-2916-182F-9BC86BE01D20}"/>
              </a:ext>
            </a:extLst>
          </p:cNvPr>
          <p:cNvSpPr/>
          <p:nvPr/>
        </p:nvSpPr>
        <p:spPr>
          <a:xfrm rot="20362251">
            <a:off x="10499353" y="5213759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月 47">
            <a:extLst>
              <a:ext uri="{FF2B5EF4-FFF2-40B4-BE49-F238E27FC236}">
                <a16:creationId xmlns:a16="http://schemas.microsoft.com/office/drawing/2014/main" id="{8094106C-CE51-0EC3-1A89-C0B7B884D7B9}"/>
              </a:ext>
            </a:extLst>
          </p:cNvPr>
          <p:cNvSpPr/>
          <p:nvPr/>
        </p:nvSpPr>
        <p:spPr>
          <a:xfrm rot="9441542">
            <a:off x="13108849" y="4928359"/>
            <a:ext cx="356970" cy="1365093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月 48">
            <a:extLst>
              <a:ext uri="{FF2B5EF4-FFF2-40B4-BE49-F238E27FC236}">
                <a16:creationId xmlns:a16="http://schemas.microsoft.com/office/drawing/2014/main" id="{B7F30ADA-8BE5-33BF-DB9C-342F12F31313}"/>
              </a:ext>
            </a:extLst>
          </p:cNvPr>
          <p:cNvSpPr/>
          <p:nvPr/>
        </p:nvSpPr>
        <p:spPr>
          <a:xfrm rot="9991641">
            <a:off x="13266806" y="4071672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月 49">
            <a:extLst>
              <a:ext uri="{FF2B5EF4-FFF2-40B4-BE49-F238E27FC236}">
                <a16:creationId xmlns:a16="http://schemas.microsoft.com/office/drawing/2014/main" id="{6C1EABD8-3091-5B02-558E-DEFD1E833CDA}"/>
              </a:ext>
            </a:extLst>
          </p:cNvPr>
          <p:cNvSpPr/>
          <p:nvPr/>
        </p:nvSpPr>
        <p:spPr>
          <a:xfrm rot="3601724">
            <a:off x="10921258" y="4136073"/>
            <a:ext cx="522810" cy="959888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4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0</Words>
  <Application>Microsoft Office PowerPoint</Application>
  <PresentationFormat>ワイド画面</PresentationFormat>
  <Paragraphs>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56</cp:revision>
  <dcterms:created xsi:type="dcterms:W3CDTF">2025-03-11T01:56:11Z</dcterms:created>
  <dcterms:modified xsi:type="dcterms:W3CDTF">2025-10-16T01:48:36Z</dcterms:modified>
</cp:coreProperties>
</file>